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8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9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20"/>
  </p:notesMasterIdLst>
  <p:sldIdLst>
    <p:sldId id="256" r:id="rId2"/>
    <p:sldId id="297" r:id="rId3"/>
    <p:sldId id="286" r:id="rId4"/>
    <p:sldId id="287" r:id="rId5"/>
    <p:sldId id="285" r:id="rId6"/>
    <p:sldId id="289" r:id="rId7"/>
    <p:sldId id="290" r:id="rId8"/>
    <p:sldId id="295" r:id="rId9"/>
    <p:sldId id="298" r:id="rId10"/>
    <p:sldId id="291" r:id="rId11"/>
    <p:sldId id="264" r:id="rId12"/>
    <p:sldId id="292" r:id="rId13"/>
    <p:sldId id="293" r:id="rId14"/>
    <p:sldId id="294" r:id="rId15"/>
    <p:sldId id="296" r:id="rId16"/>
    <p:sldId id="283" r:id="rId17"/>
    <p:sldId id="275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5E177-F0FD-2E23-AB71-C91938D973C8}" v="14" dt="2026-01-23T14:02:00.592"/>
    <p1510:client id="{166833D9-094B-AEB0-D416-DD5AD589E2E9}" v="674" dt="2026-01-23T11:30:38.642"/>
    <p1510:client id="{2CBF80E0-AD34-3B58-C00E-3F0018E8C19C}" v="150" dt="2026-01-23T12:06:48.909"/>
    <p1510:client id="{5DF8FD74-92CF-B0C1-E83D-5E559BB66F7A}" v="158" dt="2026-01-23T11:51:03.818"/>
    <p1510:client id="{6362163E-87AF-4D2A-BB90-730312940AF1}" v="1" dt="2026-01-23T12:58:50.7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1:30:51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34280 13521 16383 0 0,'0'-5'0'0'0,"0"-6"0"0"0,-5-7 0 0 0,-2-5 0 0 0,-4 1 0 0 0,-1 0 0 0 0,-3 3 0 0 0,1 0 0 0 0,-2 3 0 0 0,1 0 0 0 0,-1 2 0 0 0,-3-2 0 0 0,-4 3 0 0 0,3-2 0 0 0,-1 1 0 0 0,-1-1 0 0 0,-3 1 0 0 0,-1-1 0 0 0,-2-4 0 0 0,-1 2 0 0 0,0-2 0 0 0,-6-2 0 0 0,-1-3 0 0 0,0 3 0 0 0,-4 0 0 0 0,0-1 0 0 0,-3-8 0 0 0,0 2 0 0 0,3 1 0 0 0,4 5 0 0 0,2 0 0 0 0,-3 5 0 0 0,0 1 0 0 0,1 2 0 0 0,-3-2 0 0 0,0-2 0 0 0,2-4 0 0 0,-4 3 0 0 0,1-2 0 0 0,3 4 0 0 0,-4 0 0 0 0,1 2 0 0 0,3-1 0 0 0,-4-3 0 0 0,2 2 0 0 0,-4-2 0 0 0,-4-1 0 0 0,1-4 0 0 0,-2 3 0 0 0,-2 0 0 0 0,-3-6 0 0 0,-3 1 0 0 0,4 5 0 0 0,0 1 0 0 0,-1-1 0 0 0,-1-2 0 0 0,-2 4 0 0 0,-1-2 0 0 0,4 0 0 0 0,1 2 0 0 0,0 0 0 0 0,-2-3 0 0 0,-2 4 0 0 0,0-1 0 0 0,3-2 0 0 0,1 2 0 0 0,-1 0 0 0 0,-6-2 0 0 0,2 3 0 0 0,1-2 0 0 0,-1 4 0 0 0,5-1 0 0 0,1 3 0 0 0,5-2 0 0 0,-1 3 0 0 0,3 2 0 0 0,0-1 0 0 0,1 2 0 0 0,-1 1 0 0 0,6-1 0 0 0,0 0 0 0 0,1 2 0 0 0,3 2 0 0 0,1 3 0 0 0,-4 1 0 0 0,1-4 0 0 0,0-1 0 0 0,1 1 0 0 0,3-3 0 0 0,0-6 0 0 0,2 0 0 0 0,0 3 0 0 0,1 3 0 0 0,0 3 0 0 0,0 3 0 0 0,5-4 0 0 0,1 0 0 0 0,0 1 0 0 0,-1 2 0 0 0,-1-4 0 0 0,-3 0 0 0 0,0 0 0 0 0,-1 3 0 0 0,0 2 0 0 0,-1 1 0 0 0,6-4 0 0 0,0-1 0 0 0,1 1 0 0 0,-1 1 0 0 0,-2-3 0 0 0,-1-1 0 0 0,-2 2 0 0 0,1 1 0 0 0,-2 3 0 0 0,6-4 0 0 0,1-1 0 0 0,-1 2 0 0 0,0 1 0 0 0,-2-4 0 0 0,-1 1 0 0 0,-2 1 0 0 0,0 1 0 0 0,0 3 0 0 0,-1 1 0 0 0,6-4 0 0 0,1-1 0 0 0,-1 1 0 0 0,0 1 0 0 0,-2 2 0 0 0,4-4 0 0 0,0-1 0 0 0,0 2 0 0 0,-2 1 0 0 0,3-4 0 0 0,0 1 0 0 0,-1 1 0 0 0,-2 1 0 0 0,3-2 0 0 0,5-1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1:30:51.7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32669 12363 16383 0 0,'0'-3'0'0'0,"0"-6"0"0"0,0-4 0 0 0,0-4 0 0 0,-4 2 0 0 0,-1-2 0 0 0,-3 4 0 0 0,-1-1 0 0 0,-1 2 0 0 0,-1 0 0 0 0,0 2 0 0 0,0-1 0 0 0,-1 1 0 0 0,2-1 0 0 0,-2 1 0 0 0,-1-1 0 0 0,-4 1 0 0 0,3-1 0 0 0,-1 1 0 0 0,-5-1 0 0 0,1-3 0 0 0,0 1 0 0 0,3 0 0 0 0,1 1 0 0 0,-1 0 0 0 0,-1 1 0 0 0,2 0 0 0 0,0 0 0 0 0,0 4 0 0 0,1-2 0 0 0,0 1 0 0 0,2-1 0 0 0,0 0 0 0 0,-2-2 0 0 0,-2-2 0 0 0,-3 0 0 0 0,3 0 0 0 0,0 1 0 0 0,0-1 0 0 0,-2 3 0 0 0,-1-2 0 0 0,-2-2 0 0 0,1 2 0 0 0,2-2 0 0 0,1 3 0 0 0,0-2 0 0 0,-1 3 0 0 0,-1 2 0 0 0,0-1 0 0 0,-2-2 0 0 0,0 0 0 0 0,-1-2 0 0 0,1 3 0 0 0,-1-3 0 0 0,1 3 0 0 0,-1 2 0 0 0,1-1 0 0 0,-1 1 0 0 0,1-2 0 0 0,-1 1 0 0 0,1 2 0 0 0,0 2 0 0 0,-1-1 0 0 0,1-1 0 0 0,0-1 0 0 0,-1-1 0 0 0,1 2 0 0 0,-1-1 0 0 0,1 0 0 0 0,0 1 0 0 0,-1 3 0 0 0,1 1 0 0 0,0-2 0 0 0,-1 0 0 0 0,1 0 0 0 0,-1 2 0 0 0,1 1 0 0 0,0 0 0 0 0,-1 2 0 0 0,1-4 0 0 0,-4-4 0 0 0,-5-2 0 0 0,-4 2 0 0 0,-5 2 0 0 0,2 2 0 0 0,3 2 0 0 0,4-3 0 0 0,3 0 0 0 0,3 0 0 0 0,1 2 0 0 0,2-3 0 0 0,0 0 0 0 0,1 1 0 0 0,-1 1 0 0 0,0 1 0 0 0,0 2 0 0 0,0 0 0 0 0,0 1 0 0 0,-1 0 0 0 0,-3-3 0 0 0,-5-2 0 0 0,-4 1 0 0 0,-1 0 0 0 0,3 2 0 0 0,3 0 0 0 0,2 1 0 0 0,3 1 0 0 0,1 0 0 0 0,2 0 0 0 0,0 0 0 0 0,0 0 0 0 0,0 1 0 0 0,0-1 0 0 0,0 0 0 0 0,0 0 0 0 0,0 0 0 0 0,-1 0 0 0 0,1 0 0 0 0,0 0 0 0 0,-1 0 0 0 0,1 0 0 0 0,-1 0 0 0 0,1 0 0 0 0,0 0 0 0 0,-1 0 0 0 0,1 0 0 0 0,-4 0 0 0 0,-1 0 0 0 0,0 0 0 0 0,0 0 0 0 0,2 0 0 0 0,1 0 0 0 0,1-4 0 0 0,0-1 0 0 0,1 1 0 0 0,-4 0 0 0 0,-1 1 0 0 0,0 2 0 0 0,1 0 0 0 0,2 0 0 0 0,-4 1 0 0 0,-4 1 0 0 0,-4-1 0 0 0,1 0 0 0 0,2 0 0 0 0,3 0 0 0 0,-1 0 0 0 0,1 0 0 0 0,1 0 0 0 0,0 0 0 0 0,-1 4 0 0 0,2 1 0 0 0,-2-1 0 0 0,0 0 0 0 0,2-1 0 0 0,-2-2 0 0 0,-4 0 0 0 0,1 0 0 0 0,2-1 0 0 0,-2-1 0 0 0,-1 1 0 0 0,-1 0 0 0 0,0 0 0 0 0,2 0 0 0 0,2 0 0 0 0,-1 0 0 0 0,1 3 0 0 0,-1 2 0 0 0,1 0 0 0 0,1-2 0 0 0,-1 0 0 0 0,1 2 0 0 0,-2 1 0 0 0,1-1 0 0 0,-3-1 0 0 0,2-2 0 0 0,-2 0 0 0 0,2-2 0 0 0,2 4 0 0 0,2 1 0 0 0,2-1 0 0 0,-1 3 0 0 0,-1 1 0 0 0,1-2 0 0 0,-2-2 0 0 0,0-1 0 0 0,0-1 0 0 0,3-1 0 0 0,-3-1 0 0 0,0 0 0 0 0,2-1 0 0 0,0 5 0 0 0,3 0 0 0 0,0 0 0 0 0,1 4 0 0 0,-3-1 0 0 0,-1-1 0 0 0,0-1 0 0 0,1-2 0 0 0,1-1 0 0 0,2 2 0 0 0,-1 1 0 0 0,2-1 0 0 0,-1 0 0 0 0,1-2 0 0 0,0-1 0 0 0,0 4 0 0 0,0 0 0 0 0,-1-1 0 0 0,1 0 0 0 0,0-5 0 0 0,-1-3 0 0 0,1 4 0 0 0,0 1 0 0 0,-1 1 0 0 0,4 4 0 0 0,2 0 0 0 0,-1 0 0 0 0,-1-2 0 0 0,0-1 0 0 0,-2-1 0 0 0,-1-1 0 0 0,0-1 0 0 0,4 4 0 0 0,0 1 0 0 0,0-1 0 0 0,3 3 0 0 0,0 0 0 0 0,-2-1 0 0 0,0-1 0 0 0,-3-2 0 0 0,-1-2 0 0 0,0 0 0 0 0,-1-1 0 0 0,3 4 0 0 0,1 0 0 0 0,0 1 0 0 0,-1-2 0 0 0,-1 0 0 0 0,-1-2 0 0 0,3 3 0 0 0,1 2 0 0 0,-1-2 0 0 0,-1 0 0 0 0,-1 2 0 0 0,-1 0 0 0 0,0 0 0 0 0,-2-3 0 0 0,1 0 0 0 0,-1-1 0 0 0,1-2 0 0 0,-1 4 0 0 0,1 1 0 0 0,-1-1 0 0 0,1-1 0 0 0,-1 0 0 0 0,1 2 0 0 0,0 1 0 0 0,-1-2 0 0 0,1 0 0 0 0,0-1 0 0 0,-1-2 0 0 0,1 0 0 0 0,3 3 0 0 0,1 0 0 0 0,1 1 0 0 0,-2-2 0 0 0,-1 0 0 0 0,0-2 0 0 0,-2 0 0 0 0,0-1 0 0 0,0 0 0 0 0,3 4 0 0 0,1 0 0 0 0,0 1 0 0 0,-1-2 0 0 0,-1 0 0 0 0,0-2 0 0 0,-2 0 0 0 0,0-1 0 0 0,0 0 0 0 0,-1 4 0 0 0,0 1 0 0 0,1-1 0 0 0,-1 0 0 0 0,1-2 0 0 0,-1 0 0 0 0,1-2 0 0 0,0 1 0 0 0,3 2 0 0 0,1 2 0 0 0,1 0 0 0 0,-2-2 0 0 0,-1 0 0 0 0,-1-2 0 0 0,0 0 0 0 0,-1-1 0 0 0,0 0 0 0 0,-1 0 0 0 0,0 0 0 0 0,4 3 0 0 0,2 2 0 0 0,-1-1 0 0 0,-1 0 0 0 0,-1-1 0 0 0,0-2 0 0 0,-2 0 0 0 0,0 0 0 0 0,3 2 0 0 0,2 2 0 0 0,2-4 0 0 0,9-6 0 0 0,4-6 0 0 0,6 0 0 0 0,2-3 0 0 0,0-2 0 0 0,3 1 0 0 0,-1 0 0 0 0,2 2 0 0 0,-1 0 0 0 0,-2-1 0 0 0,1 1 0 0 0,-1 0 0 0 0,-2-3 0 0 0,2 3 0 0 0,0-1 0 0 0,-2-1 0 0 0,1 1 0 0 0,1 0 0 0 0,-2-1 0 0 0,2 1 0 0 0,-1 1 0 0 0,3-3 0 0 0,-1-1 0 0 0,2 2 0 0 0,-1 0 0 0 0,1 2 0 0 0,-1 0 0 0 0,2 3 0 0 0,-2-2 0 0 0,1 2 0 0 0,-1-1 0 0 0,2 1 0 0 0,-2-1 0 0 0,1 1 0 0 0,-1-1 0 0 0,2 1 0 0 0,-2-1 0 0 0,1-3 0 0 0,3 2 0 0 0,-2-2 0 0 0,2-1 0 0 0,-3-2 0 0 0,2 1 0 0 0,-3 1 0 0 0,2-1 0 0 0,2 1 0 0 0,-2 1 0 0 0,2 2 0 0 0,-3 0 0 0 0,1 2 0 0 0,-1-2 0 0 0,0 2 0 0 0,0-1 0 0 0,0-2 0 0 0,2 0 0 0 0,0 0 0 0 0,-3-2 0 0 0,0 1 0 0 0,3 0 0 0 0,2 2 0 0 0,-1 0 0 0 0,0 1 0 0 0,2 4 0 0 0,-2-2 0 0 0,0 1 0 0 0,-2-2 0 0 0,1 2 0 0 0,1-3 0 0 0,2-2 0 0 0,2 0 0 0 0,2 3 0 0 0,-3 0 0 0 0,0 1 0 0 0,0 2 0 0 0,-3-1 0 0 0,1 0 0 0 0,0 2 0 0 0,-2-1 0 0 0,1 0 0 0 0,1 1 0 0 0,-1-2 0 0 0,-1 1 0 0 0,3 1 0 0 0,1-2 0 0 0,1 0 0 0 0,-1-1 0 0 0,-1-1 0 0 0,1 3 0 0 0,0-2 0 0 0,-1-2 0 0 0,-1 0 0 0 0,1 2 0 0 0,2-1 0 0 0,1 1 0 0 0,1 2 0 0 0,-3-1 0 0 0,-8 1 0 0 0,-5 4 0 0 0,-8 4 0 0 0,-6 1 0 0 0,-1 4 0 0 0,-3 1 0 0 0,-3 3 0 0 0,-2 0 0 0 0,3 1 0 0 0,0 0 0 0 0,-1-3 0 0 0,2 2 0 0 0,1-2 0 0 0,-2 2 0 0 0,-1 3 0 0 0,-1-1 0 0 0,1 1 0 0 0,2-2 0 0 0,-2 2 0 0 0,-1-3 0 0 0,3 2 0 0 0,-1-2 0 0 0,0 2 0 0 0,-1-2 0 0 0,2 1 0 0 0,-1-1 0 0 0,4 1 0 0 0,-1-1 0 0 0,-1-2 0 0 0,1 1 0 0 0,0-1 0 0 0,-2 1 0 0 0,-2 4 0 0 0,-2-1 0 0 0,3 1 0 0 0,0 2 0 0 0,-1-1 0 0 0,3 0 0 0 0,0-2 0 0 0,-2 1 0 0 0,-1 1 0 0 0,-2-1 0 0 0,3 0 0 0 0,0-1 0 0 0,3 0 0 0 0,0-2 0 0 0,2 2 0 0 0,0-2 0 0 0,1 1 0 0 0,-1-1 0 0 0,1 1 0 0 0,-1-1 0 0 0,1 1 0 0 0,-1-1 0 0 0,-2-2 0 0 0,0 1 0 0 0,3 3 0 0 0,0-2 0 0 0,1 3 0 0 0,-1-2 0 0 0,0 1 0 0 0,-1-1 0 0 0,2 0 0 0 0,-2 0 0 0 0,1 0 0 0 0,-2-1 0 0 0,2 1 0 0 0,-1-1 0 0 0,1 2 0 0 0,-2-2 0 0 0,-1 1 0 0 0,-4 3 0 0 0,-1-2 0 0 0,-2 2 0 0 0,-1 1 0 0 0,0-2 0 0 0,3 1 0 0 0,1-2 0 0 0,3 1 0 0 0,1-3 0 0 0,-2-2 0 0 0,3 1 0 0 0,-1 2 0 0 0,-2 0 0 0 0,2 1 0 0 0,-1-1 0 0 0,3 1 0 0 0,-2-1 0 0 0,3 1 0 0 0,-2-2 0 0 0,2 1 0 0 0,-1-1 0 0 0,1 2 0 0 0,-1-2 0 0 0,-3-3 0 0 0,2 2 0 0 0,-2-1 0 0 0,3 2 0 0 0,-1-1 0 0 0,-3-2 0 0 0,2 1 0 0 0,0 0 0 0 0,1 2 0 0 0,0-1 0 0 0,1 2 0 0 0,0-1 0 0 0,1 1 0 0 0,-1-1 0 0 0,1 2 0 0 0,-1-2 0 0 0,1 1 0 0 0,-2-1 0 0 0,2 2 0 0 0,-1-2 0 0 0,1 1 0 0 0,2 3 0 0 0,7-2 0 0 0,6-2 0 0 0,7-3 0 0 0,4-3 0 0 0,4-2 0 0 0,-3 3 0 0 0,1-1 0 0 0,0 1 0 0 0,1-2 0 0 0,1-1 0 0 0,0-1 0 0 0,-2 3 0 0 0,-2 1 0 0 0,1 0 0 0 0,1-2 0 0 0,1 0 0 0 0,0-2 0 0 0,-2 3 0 0 0,0 2 0 0 0,0-2 0 0 0,0 0 0 0 0,2-2 0 0 0,1 0 0 0 0,1-2 0 0 0,-4 4 0 0 0,0 1 0 0 0,0-1 0 0 0,1 3 0 0 0,1 1 0 0 0,1-2 0 0 0,0-2 0 0 0,-2 3 0 0 0,-2-1 0 0 0,1 0 0 0 0,1-2 0 0 0,-3 2 0 0 0,1 0 0 0 0,0-1 0 0 0,1-1 0 0 0,2-2 0 0 0,1 0 0 0 0,-3 2 0 0 0,-1 1 0 0 0,1-1 0 0 0,1 0 0 0 0,1 2 0 0 0,1 0 0 0 0,1-1 0 0 0,0-1 0 0 0,0-1 0 0 0,1 2 0 0 0,-1 0 0 0 0,1 0 0 0 0,-4 2 0 0 0,-2 1 0 0 0,1-2 0 0 0,1-2 0 0 0,1-1 0 0 0,-3 2 0 0 0,-1 0 0 0 0,2 0 0 0 0,1-1 0 0 0,0-2 0 0 0,-1 3 0 0 0,-1 0 0 0 0,0 0 0 0 0,2-1 0 0 0,1-2 0 0 0,1 0 0 0 0,1-2 0 0 0,0 0 0 0 0,0 4 0 0 0,1 1 0 0 0,0-1 0 0 0,-1-1 0 0 0,1 0 0 0 0,-1-2 0 0 0,1 0 0 0 0,-1 0 0 0 0,0 2 0 0 0,1 2 0 0 0,-1-1 0 0 0,0 0 0 0 0,-3 2 0 0 0,-1 0 0 0 0,0 0 0 0 0,0-2 0 0 0,2-2 0 0 0,1 0 0 0 0,-3 2 0 0 0,-1 1 0 0 0,1 0 0 0 0,0-2 0 0 0,-1 3 0 0 0,-1 0 0 0 0,1 0 0 0 0,1-2 0 0 0,2-2 0 0 0,1 0 0 0 0,1 2 0 0 0,0 1 0 0 0,0-1 0 0 0,1 0 0 0 0,-4 2 0 0 0,-1 0 0 0 0,0-1 0 0 0,1-1 0 0 0,0-1 0 0 0,2 2 0 0 0,1 1 0 0 0,0-2 0 0 0,0 0 0 0 0,-3 2 0 0 0,-1 0 0 0 0,0-1 0 0 0,1-1 0 0 0,0-1 0 0 0,2-2 0 0 0,1 0 0 0 0,0-1 0 0 0,0 0 0 0 0,-3 3 0 0 0,-1 2 0 0 0,0-1 0 0 0,1 0 0 0 0,0-2 0 0 0,2 3 0 0 0,1 1 0 0 0,0-1 0 0 0,0-1 0 0 0,1 2 0 0 0,-1 0 0 0 0,1 0 0 0 0,-1-3 0 0 0,1 0 0 0 0,-1-2 0 0 0,1 0 0 0 0,-1-1 0 0 0,1 4 0 0 0,-1 0 0 0 0,0 1 0 0 0,1-2 0 0 0,-1-1 0 0 0,0 0 0 0 0,1-1 0 0 0,-1-1 0 0 0,1 0 0 0 0,-5 4 0 0 0,0 0 0 0 0,0 1 0 0 0,0-2 0 0 0,2 0 0 0 0,1-2 0 0 0,0 0 0 0 0,1 0 0 0 0,1-1 0 0 0,-1-1 0 0 0,1 1 0 0 0,-1 0 0 0 0,1 0 0 0 0,-1 0 0 0 0,1 0 0 0 0,-1 0 0 0 0,1 0 0 0 0,-1 0 0 0 0,-3 3 0 0 0,-9 2 0 0 0,-5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1:30:51.7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7673 12035 16383 0 0,'0'-4'0'0'0,"0"-4"0"0"0,0-5 0 0 0,0-4 0 0 0,4 1 0 0 0,0 0 0 0 0,5 2 0 0 0,-1 1 0 0 0,3 1 0 0 0,3 0 0 0 0,2 2 0 0 0,0-1 0 0 0,-1 1 0 0 0,-2-1 0 0 0,0 1 0 0 0,2-1 0 0 0,2-3 0 0 0,1 2 0 0 0,-2-2 0 0 0,0 3 0 0 0,1-2 0 0 0,1-1 0 0 0,1 1 0 0 0,1 0 0 0 0,1 1 0 0 0,0 4 0 0 0,-3-2 0 0 0,-2 2 0 0 0,1 2 0 0 0,-2-2 0 0 0,-1 1 0 0 0,1 1 0 0 0,-2-1 0 0 0,1-1 0 0 0,1 3 0 0 0,2 0 0 0 0,-2-1 0 0 0,0 0 0 0 0,1 1 0 0 0,2 1 0 0 0,-3-2 0 0 0,0 0 0 0 0,2 1 0 0 0,0 1 0 0 0,2-2 0 0 0,1-4 0 0 0,1 0 0 0 0,0 1 0 0 0,1 3 0 0 0,-1-2 0 0 0,1 1 0 0 0,0 2 0 0 0,-1 1 0 0 0,4-2 0 0 0,2 0 0 0 0,-1 1 0 0 0,2-3 0 0 0,1-2 0 0 0,-1-1 0 0 0,1 2 0 0 0,1 2 0 0 0,1 0 0 0 0,-1 0 0 0 0,3 1 0 0 0,-2-1 0 0 0,2-4 0 0 0,2 0 0 0 0,-1-1 0 0 0,1 1 0 0 0,-2-2 0 0 0,1 3 0 0 0,2-2 0 0 0,-2 2 0 0 0,1-2 0 0 0,2 2 0 0 0,1-1 0 0 0,2 1 0 0 0,-2-2 0 0 0,0 2 0 0 0,0-1 0 0 0,1 1 0 0 0,-2-1 0 0 0,0 1 0 0 0,-3-2 0 0 0,0 2 0 0 0,1-1 0 0 0,3 1 0 0 0,1-1 0 0 0,-1 1 0 0 0,-1-2 0 0 0,1 2 0 0 0,1-1 0 0 0,-2 1 0 0 0,0-2 0 0 0,-3 2 0 0 0,0-1 0 0 0,-2-3 0 0 0,1 2 0 0 0,-2-2 0 0 0,1 3 0 0 0,-1-2 0 0 0,2 3 0 0 0,-2-2 0 0 0,2 2 0 0 0,-2-1 0 0 0,-2 1 0 0 0,1 2 0 0 0,-4-1 0 0 0,0 2 0 0 0,0-3 0 0 0,-1 1 0 0 0,2-2 0 0 0,1 1 0 0 0,-2-1 0 0 0,0 1 0 0 0,1-1 0 0 0,1 0 0 0 0,-1 0 0 0 0,-2 1 0 0 0,-1 2 0 0 0,-1-1 0 0 0,-1 1 0 0 0,-1-1 0 0 0,0 0 0 0 0,0 2 0 0 0,1 2 0 0 0,-1-2 0 0 0,0 1 0 0 0,0 0 0 0 0,0-1 0 0 0,1 0 0 0 0,-1 1 0 0 0,1 2 0 0 0,-1-2 0 0 0,0-1 0 0 0,1 2 0 0 0,-1 1 0 0 0,1 2 0 0 0,-1 1 0 0 0,0 0 0 0 0,1 1 0 0 0,-1-3 0 0 0,0-2 0 0 0,1 1 0 0 0,-1 0 0 0 0,1 2 0 0 0,-1 0 0 0 0,0 1 0 0 0,1 1 0 0 0,-1-4 0 0 0,0 0 0 0 0,4-1 0 0 0,2 2 0 0 0,-1 0 0 0 0,-1 2 0 0 0,-1 0 0 0 0,-1 1 0 0 0,-1 0 0 0 0,0 0 0 0 0,-1 0 0 0 0,0 0 0 0 0,1 0 0 0 0,-1 0 0 0 0,0 0 0 0 0,0 1 0 0 0,1-1 0 0 0,-1 0 0 0 0,0 0 0 0 0,1 0 0 0 0,-1 0 0 0 0,0-1 0 0 0,1 1 0 0 0,-1 0 0 0 0,1 0 0 0 0,-1 0 0 0 0,0 0 0 0 0,1 0 0 0 0,-1 0 0 0 0,1 0 0 0 0,-1 0 0 0 0,0 0 0 0 0,1 0 0 0 0,-1 0 0 0 0,0 0 0 0 0,1 0 0 0 0,-1 0 0 0 0,1 0 0 0 0,-1 0 0 0 0,0 0 0 0 0,1 0 0 0 0,-1 0 0 0 0,0 0 0 0 0,1 0 0 0 0,-1 0 0 0 0,1 0 0 0 0,-1 0 0 0 0,0 0 0 0 0,1 0 0 0 0,-1 4 0 0 0,0 1 0 0 0,1 0 0 0 0,-1-2 0 0 0,1 0 0 0 0,-1-1 0 0 0,0-2 0 0 0,1 1 0 0 0,-1 2 0 0 0,1 2 0 0 0,-1 0 0 0 0,0-2 0 0 0,1 0 0 0 0,-1-2 0 0 0,0 0 0 0 0,-3 3 0 0 0,-1 1 0 0 0,0-1 0 0 0,0 0 0 0 0,2-2 0 0 0,1 0 0 0 0,0-2 0 0 0,1 4 0 0 0,1 1 0 0 0,-1-1 0 0 0,1 0 0 0 0,-1-2 0 0 0,1 4 0 0 0,-1-1 0 0 0,1 0 0 0 0,-1-1 0 0 0,1-2 0 0 0,-1 0 0 0 0,-3 2 0 0 0,-2 1 0 0 0,1-1 0 0 0,1 4 0 0 0,0-1 0 0 0,2-1 0 0 0,1-2 0 0 0,0-1 0 0 0,0-1 0 0 0,-3 2 0 0 0,-1 1 0 0 0,0-1 0 0 0,0 4 0 0 0,2-1 0 0 0,1-1 0 0 0,1-2 0 0 0,0-1 0 0 0,0-1 0 0 0,1-2 0 0 0,-1 0 0 0 0,1 0 0 0 0,-1 3 0 0 0,1 2 0 0 0,-1-1 0 0 0,1 4 0 0 0,-1-1 0 0 0,0-1 0 0 0,1-1 0 0 0,-1-2 0 0 0,1-2 0 0 0,-1 0 0 0 0,0-1 0 0 0,1 0 0 0 0,-1 0 0 0 0,-3 3 0 0 0,-2 2 0 0 0,1-1 0 0 0,1 0 0 0 0,1-2 0 0 0,0 0 0 0 0,-2 2 0 0 0,-1 1 0 0 0,1 0 0 0 0,-3 2 0 0 0,0 1 0 0 0,2-2 0 0 0,1-2 0 0 0,-2 3 0 0 0,0-1 0 0 0,1-1 0 0 0,-2 3 0 0 0,0-1 0 0 0,1-1 0 0 0,2-2 0 0 0,2 3 0 0 0,1-1 0 0 0,-3 3 0 0 0,-1-1 0 0 0,1-1 0 0 0,1-2 0 0 0,1-1 0 0 0,-2 1 0 0 0,-1 0 0 0 0,0 0 0 0 0,-2 2 0 0 0,0 0 0 0 0,2-1 0 0 0,1-2 0 0 0,-2 3 0 0 0,0-1 0 0 0,-3 3 0 0 0,1 0 0 0 0,1-2 0 0 0,-1 2 0 0 0,0-1 0 0 0,2 2 0 0 0,2 2 0 0 0,2 4 0 0 0,1-1 0 0 0,-3 0 0 0 0,0-2 0 0 0,0-4 0 0 0,-3 1 0 0 0,0-2 0 0 0,-2 2 0 0 0,0-1 0 0 0,2 2 0 0 0,2-2 0 0 0,2-1 0 0 0,2-3 0 0 0,1-2 0 0 0,-4 2 0 0 0,0 0 0 0 0,0 0 0 0 0,1-2 0 0 0,-2 3 0 0 0,-1 0 0 0 0,1-1 0 0 0,-2 3 0 0 0,0-1 0 0 0,1-1 0 0 0,-5-1 0 0 0,-9-3 0 0 0,-7 0 0 0 0,-7-2 0 0 0,-4 1 0 0 0,-4-2 0 0 0,-1 5 0 0 0,-1 0 0 0 0,0 0 0 0 0,0 0 0 0 0,1-1 0 0 0,0-2 0 0 0,0 4 0 0 0,-3 0 0 0 0,-1-1 0 0 0,0 4 0 0 0,1-1 0 0 0,1-1 0 0 0,1-2 0 0 0,1 3 0 0 0,0-1 0 0 0,0 0 0 0 0,1-3 0 0 0,0 0 0 0 0,0-2 0 0 0,0 0 0 0 0,-1 2 0 0 0,1 2 0 0 0,0-1 0 0 0,-1 4 0 0 0,1-1 0 0 0,0-1 0 0 0,-1-2 0 0 0,1-1 0 0 0,-1-1 0 0 0,1 2 0 0 0,0 1 0 0 0,-1 0 0 0 0,5 2 0 0 0,0 0 0 0 0,0-1 0 0 0,0-2 0 0 0,-2-1 0 0 0,-1-1 0 0 0,0-2 0 0 0,2 4 0 0 0,2 1 0 0 0,-1-1 0 0 0,-1 3 0 0 0,-1 0 0 0 0,-1-1 0 0 0,-1-1 0 0 0,0-2 0 0 0,0-2 0 0 0,3 4 0 0 0,1 0 0 0 0,0-1 0 0 0,-1 0 0 0 0,0-2 0 0 0,-2-1 0 0 0,-1 0 0 0 0,0-1 0 0 0,3 4 0 0 0,2 0 0 0 0,-1 1 0 0 0,-1-2 0 0 0,-1 0 0 0 0,-1-2 0 0 0,0 0 0 0 0,-1-1 0 0 0,-1 0 0 0 0,1 0 0 0 0,-1 0 0 0 0,0 0 0 0 0,5 3 0 0 0,0 2 0 0 0,0 0 0 0 0,7-2 0 0 0,8 0 0 0 0,8-1 0 0 0,4-5 0 0 0,3-2 0 0 0,3 1 0 0 0,3 0 0 0 0,1 1 0 0 0,1 1 0 0 0,1 1 0 0 0,0-3 0 0 0,0-1 0 0 0,0 1 0 0 0,0 0 0 0 0,0 2 0 0 0,-1-3 0 0 0,1-1 0 0 0,-1 1 0 0 0,0 2 0 0 0,1 0 0 0 0,-1 2 0 0 0,0 0 0 0 0,1 1 0 0 0,-1 0 0 0 0,0-4 0 0 0,1 0 0 0 0,-1-1 0 0 0,1 2 0 0 0,-1 0 0 0 0,0 2 0 0 0,1 0 0 0 0,-1 1 0 0 0,1 0 0 0 0,-1 0 0 0 0,0 0 0 0 0,1 0 0 0 0,-1 0 0 0 0,0 0 0 0 0,1 0 0 0 0,-1 0 0 0 0,1 1 0 0 0,-1-1 0 0 0,0-1 0 0 0,1 1 0 0 0,-1 0 0 0 0,0 0 0 0 0,1 0 0 0 0,-1 0 0 0 0,1 0 0 0 0,-1 0 0 0 0,0 0 0 0 0,1 0 0 0 0,-1 0 0 0 0,1 0 0 0 0,-1 0 0 0 0,0 0 0 0 0,1 0 0 0 0,-1 0 0 0 0,0 0 0 0 0,1 0 0 0 0,-1 0 0 0 0,1 0 0 0 0,-1 0 0 0 0,0 0 0 0 0,1 0 0 0 0,-1 0 0 0 0,-3-3 0 0 0,-2-2 0 0 0,-3-3 0 0 0,0-1 0 0 0,-2-2 0 0 0,0 1 0 0 0,-1-2 0 0 0,0 2 0 0 0,0-2 0 0 0,1 2 0 0 0,-1-2 0 0 0,-3-2 0 0 0,2 2 0 0 0,-1-2 0 0 0,-2-1 0 0 0,-2-2 0 0 0,-1-2 0 0 0,-2-1 0 0 0,0-1 0 0 0,-2-1 0 0 0,1 1 0 0 0,0-1 0 0 0,-1 0 0 0 0,1 0 0 0 0,0 1 0 0 0,0-1 0 0 0,0 1 0 0 0,-4 3 0 0 0,-1 2 0 0 0,1-1 0 0 0,-4-1 0 0 0,1-1 0 0 0,1 0 0 0 0,-3 2 0 0 0,2 1 0 0 0,-3-1 0 0 0,0-1 0 0 0,3-1 0 0 0,-2 3 0 0 0,1 0 0 0 0,2 0 0 0 0,-2 1 0 0 0,1 1 0 0 0,1-1 0 0 0,1-2 0 0 0,3-2 0 0 0,-3 3 0 0 0,0 0 0 0 0,-4 3 0 0 0,1 0 0 0 0,1-1 0 0 0,-2 1 0 0 0,-2 0 0 0 0,0-2 0 0 0,-2 2 0 0 0,1-1 0 0 0,0 2 0 0 0,1 0 0 0 0,0 1 0 0 0,0 0 0 0 0,0 1 0 0 0,1-1 0 0 0,-1 1 0 0 0,1-1 0 0 0,-2 1 0 0 0,2-2 0 0 0,-1 2 0 0 0,1-1 0 0 0,-1 1 0 0 0,1-1 0 0 0,-2 1 0 0 0,2-2 0 0 0,-1 2 0 0 0,1-1 0 0 0,-1 1 0 0 0,1-2 0 0 0,-2 2 0 0 0,2-1 0 0 0,-1 1 0 0 0,-3 2 0 0 0,2-1 0 0 0,-2 2 0 0 0,-1-3 0 0 0,-2-3 0 0 0,-2 1 0 0 0,2-1 0 0 0,1 1 0 0 0,-1 4 0 0 0,-1-2 0 0 0,-1 2 0 0 0,-1-2 0 0 0,-1 1 0 0 0,0-2 0 0 0,0 2 0 0 0,-1 1 0 0 0,0-1 0 0 0,1-2 0 0 0,-1 0 0 0 0,4-2 0 0 0,2 2 0 0 0,-1 2 0 0 0,-1 0 0 0 0,0 1 0 0 0,-2 1 0 0 0,3 0 0 0 0,1-1 0 0 0,-1 3 0 0 0,3-3 0 0 0,0 1 0 0 0,2-3 0 0 0,0 1 0 0 0,-2 2 0 0 0,-2 2 0 0 0,2-2 0 0 0,-1 0 0 0 0,2-2 0 0 0,1 1 0 0 0,-3 1 0 0 0,2-2 0 0 0,0 1 0 0 0,-2-2 0 0 0,1-2 0 0 0,1 0 0 0 0,-3 2 0 0 0,-1 3 0 0 0,2-1 0 0 0,0 1 0 0 0,2-2 0 0 0,0 0 0 0 0,2-1 0 0 0,0 0 0 0 0,-3 3 0 0 0,2-2 0 0 0,-1 1 0 0 0,-2 1 0 0 0,1-1 0 0 0,0 1 0 0 0,3-2 0 0 0,-2 0 0 0 0,-1-2 0 0 0,-2 1 0 0 0,-3 2 0 0 0,3-1 0 0 0,0 1 0 0 0,3 2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1:55:18.2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11642 19241 16383 0 0,'3'0'0'0'0,"5"0"0"0"0,4 0 0 0 0,5 0 0 0 0,1 0 0 0 0,-2 0 0 0 0,0 0 0 0 0,2 0 0 0 0,-1 0 0 0 0,-2 0 0 0 0,0 0 0 0 0,1 0 0 0 0,0 0 0 0 0,2 0 0 0 0,0 0 0 0 0,2 0 0 0 0,1 0 0 0 0,-2 0 0 0 0,2 0 0 0 0,0 0 0 0 0,-1 0 0 0 0,0 0 0 0 0,1 0 0 0 0,-1 0 0 0 0,0 0 0 0 0,1 0 0 0 0,-1 0 0 0 0,1 0 0 0 0,-2 0 0 0 0,2 0 0 0 0,-1 0 0 0 0,1 0 0 0 0,-2 0 0 0 0,2 0 0 0 0,-1 0 0 0 0,1 0 0 0 0,-2 0 0 0 0,2 0 0 0 0,-1 0 0 0 0,1 0 0 0 0,-2 0 0 0 0,2 0 0 0 0,-1 0 0 0 0,0 0 0 0 0,0 0 0 0 0,1 0 0 0 0,-1 0 0 0 0,0 0 0 0 0,0 0 0 0 0,1 0 0 0 0,-1 0 0 0 0,0 0 0 0 0,0 0 0 0 0,1 0 0 0 0,2 0 0 0 0,6 0 0 0 0,0 0 0 0 0,-1 0 0 0 0,-2 0 0 0 0,-1 0 0 0 0,-2 0 0 0 0,-2 0 0 0 0,0 0 0 0 0,2 0 0 0 0,2 0 0 0 0,-1 0 0 0 0,-1 0 0 0 0,0 0 0 0 0,2 0 0 0 0,1 0 0 0 0,-1 0 0 0 0,-2 0 0 0 0,0 0 0 0 0,-1 0 0 0 0,-2 0 0 0 0,1 0 0 0 0,2 0 0 0 0,-1 0 0 0 0,1 0 0 0 0,0 0 0 0 0,1 0 0 0 0,-1 0 0 0 0,-2 0 0 0 0,1 0 0 0 0,-1 0 0 0 0,3 0 0 0 0,1 0 0 0 0,-1 0 0 0 0,0 0 0 0 0,-2 0 0 0 0,0 0 0 0 0,2 0 0 0 0,5 0 0 0 0,1 0 0 0 0,-3 0 0 0 0,-1 0 0 0 0,-2 0 0 0 0,2 0 0 0 0,4 0 0 0 0,-1 0 0 0 0,-1 0 0 0 0,-2 0 0 0 0,-2 0 0 0 0,-2 0 0 0 0,0 0 0 0 0,-2 0 0 0 0,0 0 0 0 0,0 0 0 0 0,0 0 0 0 0,0 0 0 0 0,0 0 0 0 0,-1 0 0 0 0,2 0 0 0 0,-1 0 0 0 0,1 0 0 0 0,-2 0 0 0 0,2 0 0 0 0,-1 0 0 0 0,1 0 0 0 0,-2 0 0 0 0,2 0 0 0 0,-1 0 0 0 0,1 0 0 0 0,-2 0 0 0 0,2 0 0 0 0,-1 0 0 0 0,0 0 0 0 0,1 0 0 0 0,-1 0 0 0 0,1 0 0 0 0,-2 0 0 0 0,2 0 0 0 0,-1 0 0 0 0,1 0 0 0 0,-2 0 0 0 0,2 0 0 0 0,-1 0 0 0 0,1 0 0 0 0,-2 0 0 0 0,2 0 0 0 0,-1 0 0 0 0,1 0 0 0 0,-2 0 0 0 0,2 0 0 0 0,-1 0 0 0 0,1 0 0 0 0,-2 0 0 0 0,2 0 0 0 0,-1 0 0 0 0,1 0 0 0 0,-2 0 0 0 0,2 0 0 0 0,-1 0 0 0 0,1 0 0 0 0,-1 0 0 0 0,0 0 0 0 0,1 0 0 0 0,-2 0 0 0 0,6 0 0 0 0,-1 0 0 0 0,1 0 0 0 0,-1 0 0 0 0,-2 0 0 0 0,0 0 0 0 0,-1 0 0 0 0,0 0 0 0 0,-1 0 0 0 0,0 0 0 0 0,0 0 0 0 0,0 0 0 0 0,1 0 0 0 0,-1 0 0 0 0,3 0 0 0 0,2 0 0 0 0,0 0 0 0 0,-2 0 0 0 0,0 0 0 0 0,-1 0 0 0 0,-1 0 0 0 0,0 0 0 0 0,-1 0 0 0 0,0 0 0 0 0,0 0 0 0 0,0 0 0 0 0,0 0 0 0 0,1 0 0 0 0,-2 0 0 0 0,6 0 0 0 0,-1 0 0 0 0,1 0 0 0 0,-1 0 0 0 0,-2 0 0 0 0,0 0 0 0 0,-1 0 0 0 0,0 0 0 0 0,-1 0 0 0 0,0 0 0 0 0,0 0 0 0 0,0 0 0 0 0,1 0 0 0 0,-1 0 0 0 0,-1 0 0 0 0,2 0 0 0 0,-1 0 0 0 0,1 0 0 0 0,-2 0 0 0 0,2 0 0 0 0,0 0 0 0 0,-1 0 0 0 0,0 0 0 0 0,0 0 0 0 0,1 0 0 0 0,-1 0 0 0 0,0 0 0 0 0,0 0 0 0 0,1 0 0 0 0,-2 0 0 0 0,2 0 0 0 0,-1 0 0 0 0,1 0 0 0 0,-2 0 0 0 0,2 0 0 0 0,-1 0 0 0 0,1 0 0 0 0,-2 0 0 0 0,2 0 0 0 0,-1 0 0 0 0,1 0 0 0 0,-2 0 0 0 0,2 0 0 0 0,-1 0 0 0 0,1 0 0 0 0,-1 0 0 0 0,0 0 0 0 0,1 0 0 0 0,-1 0 0 0 0,0 0 0 0 0,0 0 0 0 0,1 0 0 0 0,-1 0 0 0 0,0 0 0 0 0,0 0 0 0 0,1 0 0 0 0,-1 0 0 0 0,0 0 0 0 0,0 0 0 0 0,1 0 0 0 0,-1 0 0 0 0,0 0 0 0 0,0 0 0 0 0,1 0 0 0 0,-2 0 0 0 0,2 0 0 0 0,-1 0 0 0 0,4 0 0 0 0,1 0 0 0 0,-1 0 0 0 0,0 0 0 0 0,-1 0 0 0 0,-1 0 0 0 0,-1 0 0 0 0,-4 0 0 0 0,-1 0 0 0 0,0 0 0 0 0,0 0 0 0 0,1 0 0 0 0,2 0 0 0 0,0 0 0 0 0,1 0 0 0 0,1 0 0 0 0,-1 0 0 0 0,0 0 0 0 0,1 0 0 0 0,0 0 0 0 0,-1 0 0 0 0,0 0 0 0 0,0 0 0 0 0,1 0 0 0 0,-5 0 0 0 0,0 0 0 0 0,0 0 0 0 0,0 0 0 0 0,2 0 0 0 0,1 0 0 0 0,0 0 0 0 0,1 0 0 0 0,1 0 0 0 0,-1 0 0 0 0,0 0 0 0 0,1 0 0 0 0,0 0 0 0 0,-4 0 0 0 0,-2 0 0 0 0,1 0 0 0 0,1 0 0 0 0,0 0 0 0 0,2 0 0 0 0,1 0 0 0 0,0 0 0 0 0,0 0 0 0 0,0 0 0 0 0,1 0 0 0 0,-1 0 0 0 0,1 0 0 0 0,-1 0 0 0 0,0 0 0 0 0,1 0 0 0 0,-1 0 0 0 0,0 0 0 0 0,0 0 0 0 0,1 0 0 0 0,-1 0 0 0 0,-3 0 0 0 0,-2 0 0 0 0,2 0 0 0 0,-1 0 0 0 0,2 0 0 0 0,0 0 0 0 0,-1 0 0 0 0,-2 0 0 0 0,1 0 0 0 0,1 0 0 0 0,1 0 0 0 0,1 0 0 0 0,0 0 0 0 0,1 0 0 0 0,0 0 0 0 0,1 0 0 0 0,0 0 0 0 0,-2 0 0 0 0,2 0 0 0 0,0 0 0 0 0,-1 0 0 0 0,0 0 0 0 0,0 0 0 0 0,1 0 0 0 0,-1 0 0 0 0,0 0 0 0 0,0 0 0 0 0,1 0 0 0 0,-1 0 0 0 0,0 0 0 0 0,0 0 0 0 0,1 0 0 0 0,-1 0 0 0 0,0 0 0 0 0,1 0 0 0 0,-1 0 0 0 0,0 0 0 0 0,0 0 0 0 0,1 0 0 0 0,-5 0 0 0 0,0 0 0 0 0,0 0 0 0 0,0 0 0 0 0,3 0 0 0 0,-4 0 0 0 0,0 0 0 0 0,0 0 0 0 0,2 0 0 0 0,1 0 0 0 0,1 0 0 0 0,0 0 0 0 0,1 0 0 0 0,-3 0 0 0 0,-1 0 0 0 0,0 0 0 0 0,2 0 0 0 0,-1 0 0 0 0,5 0 0 0 0,2 0 0 0 0,0 0 0 0 0,4 0 0 0 0,0 0 0 0 0,-2 0 0 0 0,2 0 0 0 0,4 0 0 0 0,-2 0 0 0 0,3 0 0 0 0,1 0 0 0 0,-1 0 0 0 0,1 0 0 0 0,-3 0 0 0 0,2 0 0 0 0,1 0 0 0 0,2 0 0 0 0,-3 0 0 0 0,2 0 0 0 0,1 0 0 0 0,0 0 0 0 0,3 0 0 0 0,-3 0 0 0 0,-1 0 0 0 0,2 0 0 0 0,0 0 0 0 0,1 0 0 0 0,1 0 0 0 0,1 0 0 0 0,0 0 0 0 0,1 0 0 0 0,-1 0 0 0 0,2 0 0 0 0,-5 0 0 0 0,-1 0 0 0 0,3 0 0 0 0,-1 0 0 0 0,0 0 0 0 0,0 0 0 0 0,1 0 0 0 0,1 0 0 0 0,-1 0 0 0 0,2 0 0 0 0,-1 0 0 0 0,1 0 0 0 0,-4 0 0 0 0,-1 0 0 0 0,-3 0 0 0 0,-1 0 0 0 0,2 0 0 0 0,1 0 0 0 0,-1 0 0 0 0,0 0 0 0 0,2 0 0 0 0,0 0 0 0 0,3 0 0 0 0,-1 0 0 0 0,-1 0 0 0 0,-1 0 0 0 0,-3 0 0 0 0,-3 0 0 0 0,-1 0 0 0 0,-2 0 0 0 0,3 0 0 0 0,-2 0 0 0 0,-1 0 0 0 0,-3 0 0 0 0,-1 0 0 0 0,2 0 0 0 0,0 0 0 0 0,0 0 0 0 0,-1 0 0 0 0,-2 0 0 0 0,-1 0 0 0 0,0 0 0 0 0,0 0 0 0 0,-1 0 0 0 0,0 0 0 0 0,0 0 0 0 0,0 0 0 0 0,0 0 0 0 0,0 0 0 0 0,0 0 0 0 0,1 0 0 0 0,-1 0 0 0 0,0 0 0 0 0,0 0 0 0 0,1 0 0 0 0,-1 0 0 0 0,0 0 0 0 0,0 0 0 0 0,1 0 0 0 0,0 0 0 0 0,-2 0 0 0 0,2 0 0 0 0,-1 0 0 0 0,0 0 0 0 0,-3 0 0 0 0,-2 0 0 0 0,2 0 0 0 0,-1 0 0 0 0,2 0 0 0 0,1 0 0 0 0,0 0 0 0 0,1 0 0 0 0,1 0 0 0 0,-2 0 0 0 0,2 0 0 0 0,0 0 0 0 0,-1 0 0 0 0,0 0 0 0 0,4 0 0 0 0,1 0 0 0 0,-1 0 0 0 0,1 0 0 0 0,-3 0 0 0 0,0 0 0 0 0,-1 0 0 0 0,0 0 0 0 0,-1 0 0 0 0,0 0 0 0 0,0 0 0 0 0,0 0 0 0 0,1 0 0 0 0,-2 0 0 0 0,2 0 0 0 0,-5 0 0 0 0,0 0 0 0 0,0 0 0 0 0,1 0 0 0 0,1 0 0 0 0,1 0 0 0 0,0 0 0 0 0,0 0 0 0 0,2 0 0 0 0,-1 0 0 0 0,1 0 0 0 0,-1 0 0 0 0,1 0 0 0 0,-1 0 0 0 0,0 0 0 0 0,0 0 0 0 0,1 0 0 0 0,0 0 0 0 0,-2 0 0 0 0,2 0 0 0 0,-5 0 0 0 0,0 0 0 0 0,0 0 0 0 0,1 0 0 0 0,1 0 0 0 0,0 0 0 0 0,2 0 0 0 0,-1 0 0 0 0,2 0 0 0 0,-1 0 0 0 0,1 0 0 0 0,-1 0 0 0 0,0 0 0 0 0,1 0 0 0 0,-1 0 0 0 0,0 0 0 0 0,1 0 0 0 0,-1 0 0 0 0,0 0 0 0 0,0 0 0 0 0,1 0 0 0 0,-1 0 0 0 0,0 0 0 0 0,0 0 0 0 0,1 0 0 0 0,-1 0 0 0 0,0 0 0 0 0,0 0 0 0 0,1 0 0 0 0,0 0 0 0 0,-2 0 0 0 0,2 0 0 0 0,-1 0 0 0 0,1 0 0 0 0,-2 0 0 0 0,2 0 0 0 0,-1 0 0 0 0,1 0 0 0 0,-2 0 0 0 0,5 0 0 0 0,1 0 0 0 0,0 0 0 0 0,-1 0 0 0 0,-2 0 0 0 0,0 0 0 0 0,-1 0 0 0 0,0 0 0 0 0,-1 0 0 0 0,0 0 0 0 0,0 0 0 0 0,0 0 0 0 0,1 0 0 0 0,-2 0 0 0 0,2 0 0 0 0,-1 0 0 0 0,3 0 0 0 0,2 0 0 0 0,0 0 0 0 0,-1 0 0 0 0,-1 0 0 0 0,-2 0 0 0 0,1 0 0 0 0,-2 0 0 0 0,0 0 0 0 0,1 0 0 0 0,-1 0 0 0 0,0 0 0 0 0,0 0 0 0 0,0 0 0 0 0,0 0 0 0 0,1 0 0 0 0,-2 0 0 0 0,2 0 0 0 0,-1 0 0 0 0,0 0 0 0 0,0 0 0 0 0,1 0 0 0 0,-1 0 0 0 0,0 0 0 0 0,0 0 0 0 0,1 0 0 0 0,0 0 0 0 0,-2 0 0 0 0,2 0 0 0 0,-1 0 0 0 0,1 0 0 0 0,-2 0 0 0 0,2 0 0 0 0,-1 0 0 0 0,1 0 0 0 0,-2 0 0 0 0,2 0 0 0 0,-1 0 0 0 0,1 0 0 0 0,-2 0 0 0 0,2 0 0 0 0,-1 0 0 0 0,1 0 0 0 0,-2 0 0 0 0,2 0 0 0 0,-1 0 0 0 0,1 0 0 0 0,-2 0 0 0 0,2 0 0 0 0,-1 0 0 0 0,0 0 0 0 0,0 0 0 0 0,1 0 0 0 0,0 0 0 0 0,-2 0 0 0 0,-1 0 0 0 0,-3 0 0 0 0,1 0 0 0 0,1 0 0 0 0,0 0 0 0 0,2 0 0 0 0,1 0 0 0 0,0 0 0 0 0,0 0 0 0 0,0 0 0 0 0,1 0 0 0 0,-1 0 0 0 0,0 0 0 0 0,1 0 0 0 0,-1 0 0 0 0,1 0 0 0 0,-2 0 0 0 0,2 0 0 0 0,-1 0 0 0 0,1 0 0 0 0,-2 0 0 0 0,2 0 0 0 0,-1 0 0 0 0,1 0 0 0 0,-2 0 0 0 0,2 0 0 0 0,0 0 0 0 0,-2 0 0 0 0,2 0 0 0 0,-1 0 0 0 0,1 0 0 0 0,-2 0 0 0 0,2 0 0 0 0,-1 0 0 0 0,1 0 0 0 0,-2 0 0 0 0,2 0 0 0 0,-1 0 0 0 0,1 0 0 0 0,-2 0 0 0 0,2 0 0 0 0,-1 0 0 0 0,1 0 0 0 0,-2 0 0 0 0,2 0 0 0 0,-1 0 0 0 0,1 0 0 0 0,-2 0 0 0 0,2 0 0 0 0,-1 0 0 0 0,1 0 0 0 0,-2 0 0 0 0,2 0 0 0 0,0 0 0 0 0,-1 0 0 0 0,0 0 0 0 0,0 0 0 0 0,1 0 0 0 0,-2 0 0 0 0,2 0 0 0 0,-1 0 0 0 0,1 0 0 0 0,-2 0 0 0 0,2 0 0 0 0,-1 0 0 0 0,1 0 0 0 0,-2 0 0 0 0,2 0 0 0 0,-1 0 0 0 0,1 0 0 0 0,-2 0 0 0 0,2 0 0 0 0,-1 0 0 0 0,-3 0 0 0 0,-1 0 0 0 0,0 0 0 0 0,0 0 0 0 0,2 0 0 0 0,1 0 0 0 0,0 0 0 0 0,1 0 0 0 0,1 0 0 0 0,-1 0 0 0 0,-3 0 0 0 0,-2 0 0 0 0,2 0 0 0 0,0 0 0 0 0,0 0 0 0 0,2 0 0 0 0,1 0 0 0 0,0 0 0 0 0,0 0 0 0 0,0 0 0 0 0,1 0 0 0 0,-1 0 0 0 0,0 0 0 0 0,1 0 0 0 0,-1 0 0 0 0,1 0 0 0 0,-2 0 0 0 0,2 0 0 0 0,-1 0 0 0 0,1 0 0 0 0,-2 0 0 0 0,2 0 0 0 0,-1 0 0 0 0,1 0 0 0 0,-2 0 0 0 0,2 0 0 0 0,0 0 0 0 0,-1 0 0 0 0,0 0 0 0 0,0 0 0 0 0,1 0 0 0 0,-1 0 0 0 0,0 0 0 0 0,0 0 0 0 0,1 0 0 0 0,-1 0 0 0 0,0 0 0 0 0,0 0 0 0 0,1 0 0 0 0,-2 0 0 0 0,2 0 0 0 0,-1 0 0 0 0,1 0 0 0 0,-2 0 0 0 0,2 0 0 0 0,-1 0 0 0 0,1 0 0 0 0,-2 0 0 0 0,2 0 0 0 0,-1 0 0 0 0,1 0 0 0 0,-2 0 0 0 0,2 0 0 0 0,0 0 0 0 0,-1 0 0 0 0,0 0 0 0 0,0 0 0 0 0,1 0 0 0 0,-1 0 0 0 0,0 0 0 0 0,0 0 0 0 0,1 0 0 0 0,-1 0 0 0 0,0 0 0 0 0,0 0 0 0 0,1 0 0 0 0,-1 0 0 0 0,0 0 0 0 0,0 0 0 0 0,1 0 0 0 0,-1 0 0 0 0,0 0 0 0 0,0 0 0 0 0,1 0 0 0 0,-2 0 0 0 0,2 0 0 0 0,-1 0 0 0 0,1 0 0 0 0,-2 0 0 0 0,2 0 0 0 0,0 0 0 0 0,-5 0 0 0 0,0 0 0 0 0,0 0 0 0 0,-3 0 0 0 0,0 0 0 0 0,2 0 0 0 0,1 0 0 0 0,1 0 0 0 0,1 0 0 0 0,2 0 0 0 0,1 0 0 0 0,-5 0 0 0 0,0 0 0 0 0,1 0 0 0 0,-1 0 0 0 0,2 0 0 0 0,-2 0 0 0 0,-2 0 0 0 0,2 0 0 0 0,1 0 0 0 0,1 0 0 0 0,1 0 0 0 0,0 0 0 0 0,-2 0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1:55:18.2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33626 19213 16383 0 0,'3'-1'0'0'0,"4"-3"0"0"0,-3 2 0 0 0,-2 1 0 0 0,-6 3 0 0 0,-3 2 0 0 0,-5 2 0 0 0,-2 2 0 0 0,-3 1 0 0 0,2-1 0 0 0,-1 1 0 0 0,1-1 0 0 0,-1 1 0 0 0,0-1 0 0 0,0 1 0 0 0,-2 1 0 0 0,0 0 0 0 0,-1 0 0 0 0,0 0 0 0 0,1 0 0 0 0,-1 0 0 0 0,0 0 0 0 0,0 1 0 0 0,-1-1 0 0 0,2 0 0 0 0,-2 1 0 0 0,0 0 0 0 0,1-1 0 0 0,1 0 0 0 0,1-1 0 0 0,-2 1 0 0 0,1 0 0 0 0,-2 1 0 0 0,0 0 0 0 0,1-1 0 0 0,1 0 0 0 0,-2 0 0 0 0,1 1 0 0 0,1-1 0 0 0,0-1 0 0 0,0 1 0 0 0,2-1 0 0 0,0-1 0 0 0,2 0 0 0 0,-1 0 0 0 0,1 0 0 0 0,1-1 0 0 0,-1 0 0 0 0,-1 1 0 0 0,-1 1 0 0 0,1-1 0 0 0,0 0 0 0 0,1 0 0 0 0,-1 0 0 0 0,-1 0 0 0 0,2 0 0 0 0,0 0 0 0 0,-1 0 0 0 0,1 0 0 0 0,-2 0 0 0 0,0 1 0 0 0,1-1 0 0 0,1 0 0 0 0,-1 0 0 0 0,-1 0 0 0 0,3 0 0 0 0,-1-1 0 0 0,-1 1 0 0 0,0 0 0 0 0,1 0 0 0 0,0-1 0 0 0,1 0 0 0 0,0 0 0 0 0,0 1 0 0 0,0-1 0 0 0,-1 0 0 0 0,0 1 0 0 0,1-1 0 0 0,-1 0 0 0 0,0 1 0 0 0,1-1 0 0 0,-1 0 0 0 0,0 1 0 0 0,0-1 0 0 0,1 1 0 0 0,1-2 0 0 0,-1 1 0 0 0,-1 1 0 0 0,1-1 0 0 0,0 0 0 0 0,0 0 0 0 0,0 0 0 0 0,-1 0 0 0 0,1 0 0 0 0,1 0 0 0 0,-1 0 0 0 0,0 0 0 0 0,-1 1 0 0 0,1-1 0 0 0,0 0 0 0 0,0 0 0 0 0,0 0 0 0 0,-1 0 0 0 0,2 0 0 0 0,-1 0 0 0 0,0 0 0 0 0,0 0 0 0 0,-1 0 0 0 0,-2 2 0 0 0,-1 0 0 0 0,1 0 0 0 0,0 0 0 0 0,1-1 0 0 0,-1 1 0 0 0,2-2 0 0 0,-1 1 0 0 0,2-1 0 0 0,0 0 0 0 0,-1 1 0 0 0,2-1 0 0 0,-1 0 0 0 0,-1 0 0 0 0,0 0 0 0 0,1 1 0 0 0,-2-1 0 0 0,1 1 0 0 0,0 0 0 0 0,2-2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1:55:18.2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33638 19062 16383 0 0,'-3'-1'0'0'0,"-2"-2"0"0"0,-4-2 0 0 0,-3-1 0 0 0,-3-3 0 0 0,-1 1 0 0 0,1-1 0 0 0,0 2 0 0 0,1-1 0 0 0,-2-1 0 0 0,-1 0 0 0 0,1 1 0 0 0,1-1 0 0 0,-1 1 0 0 0,2 0 0 0 0,1 1 0 0 0,0 0 0 0 0,0 0 0 0 0,1 1 0 0 0,0-1 0 0 0,-2 0 0 0 0,2 0 0 0 0,-2 0 0 0 0,2 0 0 0 0,-1 0 0 0 0,1 0 0 0 0,-1 0 0 0 0,-1-1 0 0 0,-4-1 0 0 0,-1-1 0 0 0,1 0 0 0 0,2 1 0 0 0,1 1 0 0 0,1 1 0 0 0,2 0 0 0 0,-1 0 0 0 0,-1 0 0 0 0,2 0 0 0 0,-2 0 0 0 0,0-1 0 0 0,1 1 0 0 0,-1 0 0 0 0,1-1 0 0 0,-1 1 0 0 0,1-1 0 0 0,-2 1 0 0 0,2 0 0 0 0,0-1 0 0 0,-2 1 0 0 0,2-1 0 0 0,-1 1 0 0 0,1-1 0 0 0,-1 1 0 0 0,1 0 0 0 0,0 0 0 0 0,0 0 0 0 0,-1 0 0 0 0,1 0 0 0 0,0-1 0 0 0,0 2 0 0 0,0-1 0 0 0,0-1 0 0 0,0 1 0 0 0,0 0 0 0 0,0 0 0 0 0,0 0 0 0 0,-1 0 0 0 0,1 0 0 0 0,0-1 0 0 0,-2 0 0 0 0,-1-1 0 0 0,-1 1 0 0 0,2-1 0 0 0,-2 0 0 0 0,0 0 0 0 0,-2-2 0 0 0,-1 1 0 0 0,0-1 0 0 0,0 0 0 0 0,2 1 0 0 0,1 1 0 0 0,1 0 0 0 0,1 2 0 0 0,2-1 0 0 0,-1 1 0 0 0,-1-1 0 0 0,0-1 0 0 0,-1 1 0 0 0,0-1 0 0 0,-1 0 0 0 0,1 0 0 0 0,0 1 0 0 0,2 0 0 0 0,-1 0 0 0 0,0 0 0 0 0,1 0 0 0 0,-1 0 0 0 0,1 1 0 0 0,-1-1 0 0 0,-1-1 0 0 0,-1 0 0 0 0,-1-1 0 0 0,0 0 0 0 0,2 1 0 0 0,0 1 0 0 0,1-1 0 0 0,-1 1 0 0 0,2 0 0 0 0,0 1 0 0 0,-1-1 0 0 0,0 0 0 0 0,2 0 0 0 0,-2 1 0 0 0,1-1 0 0 0,-1 0 0 0 0,-1-1 0 0 0,2 1 0 0 0,0 1 0 0 0,-1-1 0 0 0,0 0 0 0 0,1 0 0 0 0,-1 0 0 0 0,1 0 0 0 0,-1 0 0 0 0,-1 0 0 0 0,2 0 0 0 0,-1 0 0 0 0,0 0 0 0 0,1 0 0 0 0,-3-1 0 0 0,-1-1 0 0 0,-1 0 0 0 0,3 2 0 0 0,1-1 0 0 0,-1 1 0 0 0,4 1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1:30:51.7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11642 19241 16383 0 0,'3'0'0'0'0,"5"0"0"0"0,4 0 0 0 0,5 0 0 0 0,1 0 0 0 0,-2 0 0 0 0,0 0 0 0 0,2 0 0 0 0,-1 0 0 0 0,-2 0 0 0 0,0 0 0 0 0,1 0 0 0 0,0 0 0 0 0,2 0 0 0 0,0 0 0 0 0,2 0 0 0 0,1 0 0 0 0,-2 0 0 0 0,2 0 0 0 0,0 0 0 0 0,-1 0 0 0 0,0 0 0 0 0,1 0 0 0 0,-1 0 0 0 0,0 0 0 0 0,1 0 0 0 0,-1 0 0 0 0,1 0 0 0 0,-2 0 0 0 0,2 0 0 0 0,-1 0 0 0 0,1 0 0 0 0,-2 0 0 0 0,2 0 0 0 0,-1 0 0 0 0,1 0 0 0 0,-2 0 0 0 0,2 0 0 0 0,-1 0 0 0 0,1 0 0 0 0,-2 0 0 0 0,2 0 0 0 0,-1 0 0 0 0,0 0 0 0 0,0 0 0 0 0,1 0 0 0 0,-1 0 0 0 0,0 0 0 0 0,0 0 0 0 0,1 0 0 0 0,-1 0 0 0 0,0 0 0 0 0,0 0 0 0 0,1 0 0 0 0,2 0 0 0 0,6 0 0 0 0,0 0 0 0 0,-1 0 0 0 0,-2 0 0 0 0,-1 0 0 0 0,-2 0 0 0 0,-2 0 0 0 0,0 0 0 0 0,2 0 0 0 0,2 0 0 0 0,-1 0 0 0 0,-1 0 0 0 0,0 0 0 0 0,2 0 0 0 0,1 0 0 0 0,-1 0 0 0 0,-2 0 0 0 0,0 0 0 0 0,-1 0 0 0 0,-2 0 0 0 0,1 0 0 0 0,2 0 0 0 0,-1 0 0 0 0,1 0 0 0 0,0 0 0 0 0,1 0 0 0 0,-1 0 0 0 0,-2 0 0 0 0,1 0 0 0 0,-1 0 0 0 0,3 0 0 0 0,1 0 0 0 0,-1 0 0 0 0,0 0 0 0 0,-2 0 0 0 0,0 0 0 0 0,2 0 0 0 0,5 0 0 0 0,1 0 0 0 0,-3 0 0 0 0,-1 0 0 0 0,-2 0 0 0 0,2 0 0 0 0,4 0 0 0 0,-1 0 0 0 0,-1 0 0 0 0,-2 0 0 0 0,-2 0 0 0 0,-2 0 0 0 0,0 0 0 0 0,-2 0 0 0 0,0 0 0 0 0,0 0 0 0 0,0 0 0 0 0,0 0 0 0 0,0 0 0 0 0,-1 0 0 0 0,2 0 0 0 0,-1 0 0 0 0,1 0 0 0 0,-2 0 0 0 0,2 0 0 0 0,-1 0 0 0 0,1 0 0 0 0,-2 0 0 0 0,2 0 0 0 0,-1 0 0 0 0,1 0 0 0 0,-2 0 0 0 0,2 0 0 0 0,-1 0 0 0 0,0 0 0 0 0,1 0 0 0 0,-1 0 0 0 0,1 0 0 0 0,-2 0 0 0 0,2 0 0 0 0,-1 0 0 0 0,1 0 0 0 0,-2 0 0 0 0,2 0 0 0 0,-1 0 0 0 0,1 0 0 0 0,-2 0 0 0 0,2 0 0 0 0,-1 0 0 0 0,1 0 0 0 0,-2 0 0 0 0,2 0 0 0 0,-1 0 0 0 0,1 0 0 0 0,-2 0 0 0 0,2 0 0 0 0,-1 0 0 0 0,1 0 0 0 0,-2 0 0 0 0,2 0 0 0 0,-1 0 0 0 0,1 0 0 0 0,-1 0 0 0 0,0 0 0 0 0,1 0 0 0 0,-2 0 0 0 0,6 0 0 0 0,-1 0 0 0 0,1 0 0 0 0,-1 0 0 0 0,-2 0 0 0 0,0 0 0 0 0,-1 0 0 0 0,0 0 0 0 0,-1 0 0 0 0,0 0 0 0 0,0 0 0 0 0,0 0 0 0 0,1 0 0 0 0,-1 0 0 0 0,3 0 0 0 0,2 0 0 0 0,0 0 0 0 0,-2 0 0 0 0,0 0 0 0 0,-1 0 0 0 0,-1 0 0 0 0,0 0 0 0 0,-1 0 0 0 0,0 0 0 0 0,0 0 0 0 0,0 0 0 0 0,0 0 0 0 0,1 0 0 0 0,-2 0 0 0 0,6 0 0 0 0,-1 0 0 0 0,1 0 0 0 0,-1 0 0 0 0,-2 0 0 0 0,0 0 0 0 0,-1 0 0 0 0,0 0 0 0 0,-1 0 0 0 0,0 0 0 0 0,0 0 0 0 0,0 0 0 0 0,1 0 0 0 0,-1 0 0 0 0,-1 0 0 0 0,2 0 0 0 0,-1 0 0 0 0,1 0 0 0 0,-2 0 0 0 0,2 0 0 0 0,0 0 0 0 0,-1 0 0 0 0,0 0 0 0 0,0 0 0 0 0,1 0 0 0 0,-1 0 0 0 0,0 0 0 0 0,0 0 0 0 0,1 0 0 0 0,-2 0 0 0 0,2 0 0 0 0,-1 0 0 0 0,1 0 0 0 0,-2 0 0 0 0,2 0 0 0 0,-1 0 0 0 0,1 0 0 0 0,-2 0 0 0 0,2 0 0 0 0,-1 0 0 0 0,1 0 0 0 0,-2 0 0 0 0,2 0 0 0 0,-1 0 0 0 0,1 0 0 0 0,-1 0 0 0 0,0 0 0 0 0,1 0 0 0 0,-1 0 0 0 0,0 0 0 0 0,0 0 0 0 0,1 0 0 0 0,-1 0 0 0 0,0 0 0 0 0,0 0 0 0 0,1 0 0 0 0,-1 0 0 0 0,0 0 0 0 0,0 0 0 0 0,1 0 0 0 0,-1 0 0 0 0,0 0 0 0 0,0 0 0 0 0,1 0 0 0 0,-2 0 0 0 0,2 0 0 0 0,-1 0 0 0 0,4 0 0 0 0,1 0 0 0 0,-1 0 0 0 0,0 0 0 0 0,-1 0 0 0 0,-1 0 0 0 0,-1 0 0 0 0,-4 0 0 0 0,-1 0 0 0 0,0 0 0 0 0,0 0 0 0 0,1 0 0 0 0,2 0 0 0 0,0 0 0 0 0,1 0 0 0 0,1 0 0 0 0,-1 0 0 0 0,0 0 0 0 0,1 0 0 0 0,0 0 0 0 0,-1 0 0 0 0,0 0 0 0 0,0 0 0 0 0,1 0 0 0 0,-5 0 0 0 0,0 0 0 0 0,0 0 0 0 0,0 0 0 0 0,2 0 0 0 0,1 0 0 0 0,0 0 0 0 0,1 0 0 0 0,1 0 0 0 0,-1 0 0 0 0,0 0 0 0 0,1 0 0 0 0,0 0 0 0 0,-4 0 0 0 0,-2 0 0 0 0,1 0 0 0 0,1 0 0 0 0,0 0 0 0 0,2 0 0 0 0,1 0 0 0 0,0 0 0 0 0,0 0 0 0 0,0 0 0 0 0,1 0 0 0 0,-1 0 0 0 0,1 0 0 0 0,-1 0 0 0 0,0 0 0 0 0,1 0 0 0 0,-1 0 0 0 0,0 0 0 0 0,0 0 0 0 0,1 0 0 0 0,-1 0 0 0 0,-3 0 0 0 0,-2 0 0 0 0,2 0 0 0 0,-1 0 0 0 0,2 0 0 0 0,0 0 0 0 0,-1 0 0 0 0,-2 0 0 0 0,1 0 0 0 0,1 0 0 0 0,1 0 0 0 0,1 0 0 0 0,0 0 0 0 0,1 0 0 0 0,0 0 0 0 0,1 0 0 0 0,0 0 0 0 0,-2 0 0 0 0,2 0 0 0 0,0 0 0 0 0,-1 0 0 0 0,0 0 0 0 0,0 0 0 0 0,1 0 0 0 0,-1 0 0 0 0,0 0 0 0 0,0 0 0 0 0,1 0 0 0 0,-1 0 0 0 0,0 0 0 0 0,0 0 0 0 0,1 0 0 0 0,-1 0 0 0 0,0 0 0 0 0,1 0 0 0 0,-1 0 0 0 0,0 0 0 0 0,0 0 0 0 0,1 0 0 0 0,-5 0 0 0 0,0 0 0 0 0,0 0 0 0 0,0 0 0 0 0,3 0 0 0 0,-4 0 0 0 0,0 0 0 0 0,0 0 0 0 0,2 0 0 0 0,1 0 0 0 0,1 0 0 0 0,0 0 0 0 0,1 0 0 0 0,-3 0 0 0 0,-1 0 0 0 0,0 0 0 0 0,2 0 0 0 0,-1 0 0 0 0,5 0 0 0 0,2 0 0 0 0,0 0 0 0 0,4 0 0 0 0,0 0 0 0 0,-2 0 0 0 0,2 0 0 0 0,4 0 0 0 0,-2 0 0 0 0,3 0 0 0 0,1 0 0 0 0,-1 0 0 0 0,1 0 0 0 0,-3 0 0 0 0,2 0 0 0 0,1 0 0 0 0,2 0 0 0 0,-3 0 0 0 0,2 0 0 0 0,1 0 0 0 0,0 0 0 0 0,3 0 0 0 0,-3 0 0 0 0,-1 0 0 0 0,2 0 0 0 0,0 0 0 0 0,1 0 0 0 0,1 0 0 0 0,1 0 0 0 0,0 0 0 0 0,1 0 0 0 0,-1 0 0 0 0,2 0 0 0 0,-5 0 0 0 0,-1 0 0 0 0,3 0 0 0 0,-1 0 0 0 0,0 0 0 0 0,0 0 0 0 0,1 0 0 0 0,1 0 0 0 0,-1 0 0 0 0,2 0 0 0 0,-1 0 0 0 0,1 0 0 0 0,-4 0 0 0 0,-1 0 0 0 0,-3 0 0 0 0,-1 0 0 0 0,2 0 0 0 0,1 0 0 0 0,-1 0 0 0 0,0 0 0 0 0,2 0 0 0 0,0 0 0 0 0,3 0 0 0 0,-1 0 0 0 0,-1 0 0 0 0,-1 0 0 0 0,-3 0 0 0 0,-3 0 0 0 0,-1 0 0 0 0,-2 0 0 0 0,3 0 0 0 0,-2 0 0 0 0,-1 0 0 0 0,-3 0 0 0 0,-1 0 0 0 0,2 0 0 0 0,0 0 0 0 0,0 0 0 0 0,-1 0 0 0 0,-2 0 0 0 0,-1 0 0 0 0,0 0 0 0 0,0 0 0 0 0,-1 0 0 0 0,0 0 0 0 0,0 0 0 0 0,0 0 0 0 0,0 0 0 0 0,0 0 0 0 0,0 0 0 0 0,1 0 0 0 0,-1 0 0 0 0,0 0 0 0 0,0 0 0 0 0,1 0 0 0 0,-1 0 0 0 0,0 0 0 0 0,0 0 0 0 0,1 0 0 0 0,0 0 0 0 0,-2 0 0 0 0,2 0 0 0 0,-1 0 0 0 0,0 0 0 0 0,-3 0 0 0 0,-2 0 0 0 0,2 0 0 0 0,-1 0 0 0 0,2 0 0 0 0,1 0 0 0 0,0 0 0 0 0,1 0 0 0 0,1 0 0 0 0,-2 0 0 0 0,2 0 0 0 0,0 0 0 0 0,-1 0 0 0 0,0 0 0 0 0,4 0 0 0 0,1 0 0 0 0,-1 0 0 0 0,1 0 0 0 0,-3 0 0 0 0,0 0 0 0 0,-1 0 0 0 0,0 0 0 0 0,-1 0 0 0 0,0 0 0 0 0,0 0 0 0 0,0 0 0 0 0,1 0 0 0 0,-2 0 0 0 0,2 0 0 0 0,-5 0 0 0 0,0 0 0 0 0,0 0 0 0 0,1 0 0 0 0,1 0 0 0 0,1 0 0 0 0,0 0 0 0 0,0 0 0 0 0,2 0 0 0 0,-1 0 0 0 0,1 0 0 0 0,-1 0 0 0 0,1 0 0 0 0,-1 0 0 0 0,0 0 0 0 0,0 0 0 0 0,1 0 0 0 0,0 0 0 0 0,-2 0 0 0 0,2 0 0 0 0,-5 0 0 0 0,0 0 0 0 0,0 0 0 0 0,1 0 0 0 0,1 0 0 0 0,0 0 0 0 0,2 0 0 0 0,-1 0 0 0 0,2 0 0 0 0,-1 0 0 0 0,1 0 0 0 0,-1 0 0 0 0,0 0 0 0 0,1 0 0 0 0,-1 0 0 0 0,0 0 0 0 0,1 0 0 0 0,-1 0 0 0 0,0 0 0 0 0,0 0 0 0 0,1 0 0 0 0,-1 0 0 0 0,0 0 0 0 0,0 0 0 0 0,1 0 0 0 0,-1 0 0 0 0,0 0 0 0 0,0 0 0 0 0,1 0 0 0 0,0 0 0 0 0,-2 0 0 0 0,2 0 0 0 0,-1 0 0 0 0,1 0 0 0 0,-2 0 0 0 0,2 0 0 0 0,-1 0 0 0 0,1 0 0 0 0,-2 0 0 0 0,5 0 0 0 0,1 0 0 0 0,0 0 0 0 0,-1 0 0 0 0,-2 0 0 0 0,0 0 0 0 0,-1 0 0 0 0,0 0 0 0 0,-1 0 0 0 0,0 0 0 0 0,0 0 0 0 0,0 0 0 0 0,1 0 0 0 0,-2 0 0 0 0,2 0 0 0 0,-1 0 0 0 0,3 0 0 0 0,2 0 0 0 0,0 0 0 0 0,-1 0 0 0 0,-1 0 0 0 0,-2 0 0 0 0,1 0 0 0 0,-2 0 0 0 0,0 0 0 0 0,1 0 0 0 0,-1 0 0 0 0,0 0 0 0 0,0 0 0 0 0,0 0 0 0 0,0 0 0 0 0,1 0 0 0 0,-2 0 0 0 0,2 0 0 0 0,-1 0 0 0 0,0 0 0 0 0,0 0 0 0 0,1 0 0 0 0,-1 0 0 0 0,0 0 0 0 0,0 0 0 0 0,1 0 0 0 0,0 0 0 0 0,-2 0 0 0 0,2 0 0 0 0,-1 0 0 0 0,1 0 0 0 0,-2 0 0 0 0,2 0 0 0 0,-1 0 0 0 0,1 0 0 0 0,-2 0 0 0 0,2 0 0 0 0,-1 0 0 0 0,1 0 0 0 0,-2 0 0 0 0,2 0 0 0 0,-1 0 0 0 0,1 0 0 0 0,-2 0 0 0 0,2 0 0 0 0,-1 0 0 0 0,1 0 0 0 0,-2 0 0 0 0,2 0 0 0 0,-1 0 0 0 0,0 0 0 0 0,0 0 0 0 0,1 0 0 0 0,0 0 0 0 0,-2 0 0 0 0,-1 0 0 0 0,-3 0 0 0 0,1 0 0 0 0,1 0 0 0 0,0 0 0 0 0,2 0 0 0 0,1 0 0 0 0,0 0 0 0 0,0 0 0 0 0,0 0 0 0 0,1 0 0 0 0,-1 0 0 0 0,0 0 0 0 0,1 0 0 0 0,-1 0 0 0 0,1 0 0 0 0,-2 0 0 0 0,2 0 0 0 0,-1 0 0 0 0,1 0 0 0 0,-2 0 0 0 0,2 0 0 0 0,-1 0 0 0 0,1 0 0 0 0,-2 0 0 0 0,2 0 0 0 0,0 0 0 0 0,-2 0 0 0 0,2 0 0 0 0,-1 0 0 0 0,1 0 0 0 0,-2 0 0 0 0,2 0 0 0 0,-1 0 0 0 0,1 0 0 0 0,-2 0 0 0 0,2 0 0 0 0,-1 0 0 0 0,1 0 0 0 0,-2 0 0 0 0,2 0 0 0 0,-1 0 0 0 0,1 0 0 0 0,-2 0 0 0 0,2 0 0 0 0,-1 0 0 0 0,1 0 0 0 0,-2 0 0 0 0,2 0 0 0 0,-1 0 0 0 0,1 0 0 0 0,-2 0 0 0 0,2 0 0 0 0,0 0 0 0 0,-1 0 0 0 0,0 0 0 0 0,0 0 0 0 0,1 0 0 0 0,-2 0 0 0 0,2 0 0 0 0,-1 0 0 0 0,1 0 0 0 0,-2 0 0 0 0,2 0 0 0 0,-1 0 0 0 0,1 0 0 0 0,-2 0 0 0 0,2 0 0 0 0,-1 0 0 0 0,1 0 0 0 0,-2 0 0 0 0,2 0 0 0 0,-1 0 0 0 0,-3 0 0 0 0,-1 0 0 0 0,0 0 0 0 0,0 0 0 0 0,2 0 0 0 0,1 0 0 0 0,0 0 0 0 0,1 0 0 0 0,1 0 0 0 0,-1 0 0 0 0,-3 0 0 0 0,-2 0 0 0 0,2 0 0 0 0,0 0 0 0 0,0 0 0 0 0,2 0 0 0 0,1 0 0 0 0,0 0 0 0 0,0 0 0 0 0,0 0 0 0 0,1 0 0 0 0,-1 0 0 0 0,0 0 0 0 0,1 0 0 0 0,-1 0 0 0 0,1 0 0 0 0,-2 0 0 0 0,2 0 0 0 0,-1 0 0 0 0,1 0 0 0 0,-2 0 0 0 0,2 0 0 0 0,-1 0 0 0 0,1 0 0 0 0,-2 0 0 0 0,2 0 0 0 0,0 0 0 0 0,-1 0 0 0 0,0 0 0 0 0,0 0 0 0 0,1 0 0 0 0,-1 0 0 0 0,0 0 0 0 0,0 0 0 0 0,1 0 0 0 0,-1 0 0 0 0,0 0 0 0 0,0 0 0 0 0,1 0 0 0 0,-2 0 0 0 0,2 0 0 0 0,-1 0 0 0 0,1 0 0 0 0,-2 0 0 0 0,2 0 0 0 0,-1 0 0 0 0,1 0 0 0 0,-2 0 0 0 0,2 0 0 0 0,-1 0 0 0 0,1 0 0 0 0,-2 0 0 0 0,2 0 0 0 0,0 0 0 0 0,-1 0 0 0 0,0 0 0 0 0,0 0 0 0 0,1 0 0 0 0,-1 0 0 0 0,0 0 0 0 0,0 0 0 0 0,1 0 0 0 0,-1 0 0 0 0,0 0 0 0 0,0 0 0 0 0,1 0 0 0 0,-1 0 0 0 0,0 0 0 0 0,0 0 0 0 0,1 0 0 0 0,-1 0 0 0 0,0 0 0 0 0,0 0 0 0 0,1 0 0 0 0,-2 0 0 0 0,2 0 0 0 0,-1 0 0 0 0,1 0 0 0 0,-2 0 0 0 0,2 0 0 0 0,0 0 0 0 0,-5 0 0 0 0,0 0 0 0 0,0 0 0 0 0,-3 0 0 0 0,0 0 0 0 0,2 0 0 0 0,1 0 0 0 0,1 0 0 0 0,1 0 0 0 0,2 0 0 0 0,1 0 0 0 0,-5 0 0 0 0,0 0 0 0 0,1 0 0 0 0,-1 0 0 0 0,2 0 0 0 0,-2 0 0 0 0,-2 0 0 0 0,2 0 0 0 0,1 0 0 0 0,1 0 0 0 0,1 0 0 0 0,0 0 0 0 0,-2 0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1:30:51.72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33626 19213 16383 0 0,'3'-1'0'0'0,"4"-3"0"0"0,-3 2 0 0 0,-2 1 0 0 0,-6 3 0 0 0,-3 2 0 0 0,-5 2 0 0 0,-2 2 0 0 0,-3 1 0 0 0,2-1 0 0 0,-1 1 0 0 0,1-1 0 0 0,-1 1 0 0 0,0-1 0 0 0,0 1 0 0 0,-2 1 0 0 0,0 0 0 0 0,-1 0 0 0 0,0 0 0 0 0,1 0 0 0 0,-1 0 0 0 0,0 0 0 0 0,0 1 0 0 0,-1-1 0 0 0,2 0 0 0 0,-2 1 0 0 0,0 0 0 0 0,1-1 0 0 0,1 0 0 0 0,1-1 0 0 0,-2 1 0 0 0,1 0 0 0 0,-2 1 0 0 0,0 0 0 0 0,1-1 0 0 0,1 0 0 0 0,-2 0 0 0 0,1 1 0 0 0,1-1 0 0 0,0-1 0 0 0,0 1 0 0 0,2-1 0 0 0,0-1 0 0 0,2 0 0 0 0,-1 0 0 0 0,1 0 0 0 0,1-1 0 0 0,-1 0 0 0 0,-1 1 0 0 0,-1 1 0 0 0,1-1 0 0 0,0 0 0 0 0,1 0 0 0 0,-1 0 0 0 0,-1 0 0 0 0,2 0 0 0 0,0 0 0 0 0,-1 0 0 0 0,1 0 0 0 0,-2 0 0 0 0,0 1 0 0 0,1-1 0 0 0,1 0 0 0 0,-1 0 0 0 0,-1 0 0 0 0,3 0 0 0 0,-1-1 0 0 0,-1 1 0 0 0,0 0 0 0 0,1 0 0 0 0,0-1 0 0 0,1 0 0 0 0,0 0 0 0 0,0 1 0 0 0,0-1 0 0 0,-1 0 0 0 0,0 1 0 0 0,1-1 0 0 0,-1 0 0 0 0,0 1 0 0 0,1-1 0 0 0,-1 0 0 0 0,0 1 0 0 0,0-1 0 0 0,1 1 0 0 0,1-2 0 0 0,-1 1 0 0 0,-1 1 0 0 0,1-1 0 0 0,0 0 0 0 0,0 0 0 0 0,0 0 0 0 0,-1 0 0 0 0,1 0 0 0 0,1 0 0 0 0,-1 0 0 0 0,0 0 0 0 0,-1 1 0 0 0,1-1 0 0 0,0 0 0 0 0,0 0 0 0 0,0 0 0 0 0,-1 0 0 0 0,2 0 0 0 0,-1 0 0 0 0,0 0 0 0 0,0 0 0 0 0,-1 0 0 0 0,-2 2 0 0 0,-1 0 0 0 0,1 0 0 0 0,0 0 0 0 0,1-1 0 0 0,-1 1 0 0 0,2-2 0 0 0,-1 1 0 0 0,2-1 0 0 0,0 0 0 0 0,-1 1 0 0 0,2-1 0 0 0,-1 0 0 0 0,-1 0 0 0 0,0 0 0 0 0,1 1 0 0 0,-2-1 0 0 0,1 1 0 0 0,0 0 0 0 0,2-2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1:30:51.7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33638 19062 16383 0 0,'-3'-1'0'0'0,"-2"-2"0"0"0,-4-2 0 0 0,-3-1 0 0 0,-3-3 0 0 0,-1 1 0 0 0,1-1 0 0 0,0 2 0 0 0,1-1 0 0 0,-2-1 0 0 0,-1 0 0 0 0,1 1 0 0 0,1-1 0 0 0,-1 1 0 0 0,2 0 0 0 0,1 1 0 0 0,0 0 0 0 0,0 0 0 0 0,1 1 0 0 0,0-1 0 0 0,-2 0 0 0 0,2 0 0 0 0,-2 0 0 0 0,2 0 0 0 0,-1 0 0 0 0,1 0 0 0 0,-1 0 0 0 0,-1-1 0 0 0,-4-1 0 0 0,-1-1 0 0 0,1 0 0 0 0,2 1 0 0 0,1 1 0 0 0,1 1 0 0 0,2 0 0 0 0,-1 0 0 0 0,-1 0 0 0 0,2 0 0 0 0,-2 0 0 0 0,0-1 0 0 0,1 1 0 0 0,-1 0 0 0 0,1-1 0 0 0,-1 1 0 0 0,1-1 0 0 0,-2 1 0 0 0,2 0 0 0 0,0-1 0 0 0,-2 1 0 0 0,2-1 0 0 0,-1 1 0 0 0,1-1 0 0 0,-1 1 0 0 0,1 0 0 0 0,0 0 0 0 0,0 0 0 0 0,-1 0 0 0 0,1 0 0 0 0,0-1 0 0 0,0 2 0 0 0,0-1 0 0 0,0-1 0 0 0,0 1 0 0 0,0 0 0 0 0,0 0 0 0 0,0 0 0 0 0,-1 0 0 0 0,1 0 0 0 0,0-1 0 0 0,-2 0 0 0 0,-1-1 0 0 0,-1 1 0 0 0,2-1 0 0 0,-2 0 0 0 0,0 0 0 0 0,-2-2 0 0 0,-1 1 0 0 0,0-1 0 0 0,0 0 0 0 0,2 1 0 0 0,1 1 0 0 0,1 0 0 0 0,1 2 0 0 0,2-1 0 0 0,-1 1 0 0 0,-1-1 0 0 0,0-1 0 0 0,-1 1 0 0 0,0-1 0 0 0,-1 0 0 0 0,1 0 0 0 0,0 1 0 0 0,2 0 0 0 0,-1 0 0 0 0,0 0 0 0 0,1 0 0 0 0,-1 0 0 0 0,1 1 0 0 0,-1-1 0 0 0,-1-1 0 0 0,-1 0 0 0 0,-1-1 0 0 0,0 0 0 0 0,2 1 0 0 0,0 1 0 0 0,1-1 0 0 0,-1 1 0 0 0,2 0 0 0 0,0 1 0 0 0,-1-1 0 0 0,0 0 0 0 0,2 0 0 0 0,-2 1 0 0 0,1-1 0 0 0,-1 0 0 0 0,-1-1 0 0 0,2 1 0 0 0,0 1 0 0 0,-1-1 0 0 0,0 0 0 0 0,1 0 0 0 0,-1 0 0 0 0,1 0 0 0 0,-1 0 0 0 0,-1 0 0 0 0,2 0 0 0 0,-1 0 0 0 0,0 0 0 0 0,1 0 0 0 0,-3-1 0 0 0,-1-1 0 0 0,-1 0 0 0 0,3 2 0 0 0,1-1 0 0 0,-1 1 0 0 0,4 1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1:36:21.9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11642 19241 16383 0 0,'3'0'0'0'0,"5"0"0"0"0,4 0 0 0 0,3 0 0 0 0,3 0 0 0 0,-2 0 0 0 0,0 0 0 0 0,0 0 0 0 0,1 0 0 0 0,-2 0 0 0 0,-1 0 0 0 0,1 0 0 0 0,1 0 0 0 0,2 0 0 0 0,-1 0 0 0 0,2 0 0 0 0,1 0 0 0 0,0 0 0 0 0,0 0 0 0 0,0 0 0 0 0,-1 0 0 0 0,1 0 0 0 0,0 0 0 0 0,-1 0 0 0 0,1 0 0 0 0,0 0 0 0 0,-1 0 0 0 0,1 0 0 0 0,0 0 0 0 0,0 0 0 0 0,-1 0 0 0 0,1 0 0 0 0,-1 0 0 0 0,1 0 0 0 0,-1 0 0 0 0,1 0 0 0 0,0 0 0 0 0,0 0 0 0 0,-1 0 0 0 0,1 0 0 0 0,-1 0 0 0 0,1 0 0 0 0,-1 0 0 0 0,1 0 0 0 0,0 0 0 0 0,0 0 0 0 0,-1 0 0 0 0,1 0 0 0 0,-1 0 0 0 0,1 0 0 0 0,-1 0 0 0 0,1 0 0 0 0,-1 0 0 0 0,1 0 0 0 0,3 0 0 0 0,5 0 0 0 0,0 0 0 0 0,0 0 0 0 0,-3 0 0 0 0,-1 0 0 0 0,-3 0 0 0 0,0 0 0 0 0,-1 0 0 0 0,3 0 0 0 0,1 0 0 0 0,-1 0 0 0 0,0 0 0 0 0,-1 0 0 0 0,2 0 0 0 0,1 0 0 0 0,-1 0 0 0 0,-1 0 0 0 0,-1 0 0 0 0,-1 0 0 0 0,-1 0 0 0 0,0 0 0 0 0,3 0 0 0 0,-2 0 0 0 0,1 0 0 0 0,1 0 0 0 0,0 0 0 0 0,-1 0 0 0 0,-1 0 0 0 0,-1 0 0 0 0,1 0 0 0 0,2 0 0 0 0,1 0 0 0 0,-1 0 0 0 0,1 0 0 0 0,-2 0 0 0 0,-2 0 0 0 0,4 0 0 0 0,4 0 0 0 0,1 0 0 0 0,-3 0 0 0 0,-1 0 0 0 0,-1 0 0 0 0,1 0 0 0 0,4 0 0 0 0,-1 0 0 0 0,-1 0 0 0 0,-2 0 0 0 0,-2 0 0 0 0,-1 0 0 0 0,-1 0 0 0 0,-2 0 0 0 0,1 0 0 0 0,-1 0 0 0 0,1 0 0 0 0,-1 0 0 0 0,0 0 0 0 0,0 0 0 0 0,1 0 0 0 0,-1 0 0 0 0,2 0 0 0 0,-2 0 0 0 0,1 0 0 0 0,-1 0 0 0 0,1 0 0 0 0,-1 0 0 0 0,1 0 0 0 0,-1 0 0 0 0,1 0 0 0 0,0 0 0 0 0,0 0 0 0 0,-1 0 0 0 0,1 0 0 0 0,0 0 0 0 0,-1 0 0 0 0,1 0 0 0 0,-1 0 0 0 0,1 0 0 0 0,0 0 0 0 0,0 0 0 0 0,-1 0 0 0 0,1 0 0 0 0,-1 0 0 0 0,1 0 0 0 0,-1 0 0 0 0,1 0 0 0 0,0 0 0 0 0,0 0 0 0 0,-1 0 0 0 0,1 0 0 0 0,-1 0 0 0 0,1 0 0 0 0,-1 0 0 0 0,1 0 0 0 0,-1 0 0 0 0,2 0 0 0 0,-2 0 0 0 0,1 0 0 0 0,-1 0 0 0 0,1 0 0 0 0,0 0 0 0 0,-1 0 0 0 0,1 0 0 0 0,-1 0 0 0 0,5 0 0 0 0,-1 0 0 0 0,1 0 0 0 0,0 0 0 0 0,-3 0 0 0 0,0 0 0 0 0,0 0 0 0 0,-1 0 0 0 0,-1 0 0 0 0,1 0 0 0 0,0 0 0 0 0,-1 0 0 0 0,1 0 0 0 0,-1 0 0 0 0,4 0 0 0 0,1 0 0 0 0,0 0 0 0 0,-1 0 0 0 0,-1 0 0 0 0,-1 0 0 0 0,0 0 0 0 0,-1 0 0 0 0,-1 0 0 0 0,0 0 0 0 0,1 0 0 0 0,0 0 0 0 0,-1 0 0 0 0,1 0 0 0 0,-1 0 0 0 0,4 0 0 0 0,1 0 0 0 0,0 0 0 0 0,-1 0 0 0 0,-1 0 0 0 0,-1 0 0 0 0,0 0 0 0 0,-1 0 0 0 0,-1 0 0 0 0,1 0 0 0 0,-1 0 0 0 0,0 0 0 0 0,1 0 0 0 0,0 0 0 0 0,-1 0 0 0 0,1 0 0 0 0,-1 0 0 0 0,1 0 0 0 0,-1 0 0 0 0,1 0 0 0 0,0 0 0 0 0,0 0 0 0 0,0 0 0 0 0,-1 0 0 0 0,1 0 0 0 0,-1 0 0 0 0,1 0 0 0 0,-1 0 0 0 0,1 0 0 0 0,0 0 0 0 0,0 0 0 0 0,-1 0 0 0 0,1 0 0 0 0,-1 0 0 0 0,1 0 0 0 0,-1 0 0 0 0,1 0 0 0 0,-1 0 0 0 0,1 0 0 0 0,0 0 0 0 0,0 0 0 0 0,-1 0 0 0 0,1 0 0 0 0,-1 0 0 0 0,1 0 0 0 0,0 0 0 0 0,-1 0 0 0 0,1 0 0 0 0,0 0 0 0 0,0 0 0 0 0,-1 0 0 0 0,1 0 0 0 0,-1 0 0 0 0,1 0 0 0 0,-1 0 0 0 0,1 0 0 0 0,0 0 0 0 0,0 0 0 0 0,-1 0 0 0 0,1 0 0 0 0,-1 0 0 0 0,1 0 0 0 0,-1 0 0 0 0,1 0 0 0 0,0 0 0 0 0,0 0 0 0 0,-1 0 0 0 0,4 0 0 0 0,1 0 0 0 0,0 0 0 0 0,-1 0 0 0 0,-1 0 0 0 0,-1 0 0 0 0,0 0 0 0 0,-5 0 0 0 0,-1 0 0 0 0,1 0 0 0 0,0 0 0 0 0,1 0 0 0 0,1 0 0 0 0,0 0 0 0 0,2 0 0 0 0,0 0 0 0 0,-1 0 0 0 0,1 0 0 0 0,0 0 0 0 0,0 0 0 0 0,-1 0 0 0 0,1 0 0 0 0,-1 0 0 0 0,1 0 0 0 0,-4 0 0 0 0,0 0 0 0 0,-1 0 0 0 0,1 0 0 0 0,2 0 0 0 0,0 0 0 0 0,0 0 0 0 0,1 0 0 0 0,1 0 0 0 0,1 0 0 0 0,-2 0 0 0 0,1 0 0 0 0,0 0 0 0 0,-4 0 0 0 0,0 0 0 0 0,-1 0 0 0 0,1 0 0 0 0,1 0 0 0 0,1 0 0 0 0,1 0 0 0 0,1 0 0 0 0,-1 0 0 0 0,1 0 0 0 0,0 0 0 0 0,-1 0 0 0 0,1 0 0 0 0,0 0 0 0 0,-1 0 0 0 0,1 0 0 0 0,0 0 0 0 0,0 0 0 0 0,-1 0 0 0 0,1 0 0 0 0,-1 0 0 0 0,-2 0 0 0 0,-2 0 0 0 0,1 0 0 0 0,0 0 0 0 0,1 0 0 0 0,1 0 0 0 0,-3 0 0 0 0,1 0 0 0 0,-1 0 0 0 0,1 0 0 0 0,2 0 0 0 0,0 0 0 0 0,0 0 0 0 0,3 0 0 0 0,-2 0 0 0 0,1 0 0 0 0,0 0 0 0 0,-1 0 0 0 0,1 0 0 0 0,0 0 0 0 0,-1 0 0 0 0,1 0 0 0 0,-1 0 0 0 0,2 0 0 0 0,-2 0 0 0 0,1 0 0 0 0,-1 0 0 0 0,1 0 0 0 0,-1 0 0 0 0,1 0 0 0 0,-1 0 0 0 0,1 0 0 0 0,0 0 0 0 0,0 0 0 0 0,0 0 0 0 0,-1 0 0 0 0,1 0 0 0 0,-1 0 0 0 0,1 0 0 0 0,-4 0 0 0 0,-1 0 0 0 0,1 0 0 0 0,0 0 0 0 0,1 0 0 0 0,-2 0 0 0 0,0 0 0 0 0,0 0 0 0 0,0 0 0 0 0,3 0 0 0 0,0 0 0 0 0,2 0 0 0 0,-1 0 0 0 0,-3 0 0 0 0,-1 0 0 0 0,1 0 0 0 0,1 0 0 0 0,0 0 0 0 0,4 0 0 0 0,3 0 0 0 0,-1 0 0 0 0,4 0 0 0 0,0 0 0 0 0,-2 0 0 0 0,2 0 0 0 0,4 0 0 0 0,-2 0 0 0 0,3 0 0 0 0,1 0 0 0 0,-1 0 0 0 0,1 0 0 0 0,-2 0 0 0 0,0 0 0 0 0,2 0 0 0 0,2 0 0 0 0,-3 0 0 0 0,2 0 0 0 0,1 0 0 0 0,0 0 0 0 0,2 0 0 0 0,-1 0 0 0 0,-2 0 0 0 0,1 0 0 0 0,1 0 0 0 0,0 0 0 0 0,3 0 0 0 0,-1 0 0 0 0,1 0 0 0 0,1 0 0 0 0,-1 0 0 0 0,1 0 0 0 0,-4 0 0 0 0,-1 0 0 0 0,3 0 0 0 0,-1 0 0 0 0,0 0 0 0 0,0 0 0 0 0,0 0 0 0 0,2 0 0 0 0,-1 0 0 0 0,1 0 0 0 0,0 0 0 0 0,1 0 0 0 0,-4 0 0 0 0,-1 0 0 0 0,-4 0 0 0 0,0 0 0 0 0,3 0 0 0 0,0 0 0 0 0,-2 0 0 0 0,2 0 0 0 0,0 0 0 0 0,1 0 0 0 0,3 0 0 0 0,-1 0 0 0 0,-1 0 0 0 0,-2 0 0 0 0,-1 0 0 0 0,-5 0 0 0 0,1 0 0 0 0,-3 0 0 0 0,3 0 0 0 0,-2 0 0 0 0,-1 0 0 0 0,-3 0 0 0 0,0 0 0 0 0,1 0 0 0 0,0 0 0 0 0,1 0 0 0 0,-3 0 0 0 0,0 0 0 0 0,-1 0 0 0 0,-1 0 0 0 0,0 0 0 0 0,-1 0 0 0 0,1 0 0 0 0,-1 0 0 0 0,0 0 0 0 0,1 0 0 0 0,0 0 0 0 0,-1 0 0 0 0,1 0 0 0 0,-1 0 0 0 0,1 0 0 0 0,-1 0 0 0 0,1 0 0 0 0,0 0 0 0 0,0 0 0 0 0,-1 0 0 0 0,1 0 0 0 0,0 0 0 0 0,-1 0 0 0 0,1 0 0 0 0,-1 0 0 0 0,1 0 0 0 0,-4 0 0 0 0,-1 0 0 0 0,1 0 0 0 0,0 0 0 0 0,1 0 0 0 0,2 0 0 0 0,-1 0 0 0 0,1 0 0 0 0,1 0 0 0 0,0 0 0 0 0,0 0 0 0 0,0 0 0 0 0,0 0 0 0 0,-1 0 0 0 0,4 0 0 0 0,2 0 0 0 0,-2 0 0 0 0,0 0 0 0 0,-1 0 0 0 0,0 0 0 0 0,-2 0 0 0 0,0 0 0 0 0,0 0 0 0 0,-1 0 0 0 0,0 0 0 0 0,0 0 0 0 0,1 0 0 0 0,0 0 0 0 0,0 0 0 0 0,-5 0 0 0 0,1 0 0 0 0,-1 0 0 0 0,1 0 0 0 0,2 0 0 0 0,0 0 0 0 0,1 0 0 0 0,0 0 0 0 0,1 0 0 0 0,-1 0 0 0 0,1 0 0 0 0,0 0 0 0 0,0 0 0 0 0,-1 0 0 0 0,1 0 0 0 0,-1 0 0 0 0,2 0 0 0 0,-1 0 0 0 0,-1 0 0 0 0,1 0 0 0 0,-4 0 0 0 0,-1 0 0 0 0,1 0 0 0 0,-1 0 0 0 0,3 0 0 0 0,-1 0 0 0 0,3 0 0 0 0,-1 0 0 0 0,1 0 0 0 0,-1 0 0 0 0,1 0 0 0 0,0 0 0 0 0,-1 0 0 0 0,1 0 0 0 0,0 0 0 0 0,0 0 0 0 0,0 0 0 0 0,-1 0 0 0 0,1 0 0 0 0,-1 0 0 0 0,1 0 0 0 0,-1 0 0 0 0,1 0 0 0 0,0 0 0 0 0,0 0 0 0 0,-1 0 0 0 0,1 0 0 0 0,-1 0 0 0 0,1 0 0 0 0,0 0 0 0 0,-1 0 0 0 0,1 0 0 0 0,0 0 0 0 0,0 0 0 0 0,-1 0 0 0 0,1 0 0 0 0,-1 0 0 0 0,1 0 0 0 0,-1 0 0 0 0,5 0 0 0 0,0 0 0 0 0,-1 0 0 0 0,1 0 0 0 0,-3 0 0 0 0,1 0 0 0 0,-2 0 0 0 0,0 0 0 0 0,-1 0 0 0 0,1 0 0 0 0,-1 0 0 0 0,1 0 0 0 0,0 0 0 0 0,-1 0 0 0 0,1 0 0 0 0,-1 0 0 0 0,4 0 0 0 0,1 0 0 0 0,0 0 0 0 0,-1 0 0 0 0,-1 0 0 0 0,-1 0 0 0 0,0 0 0 0 0,-1 0 0 0 0,-1 0 0 0 0,1 0 0 0 0,-1 0 0 0 0,1 0 0 0 0,0 0 0 0 0,-1 0 0 0 0,0 0 0 0 0,1 0 0 0 0,-1 0 0 0 0,1 0 0 0 0,-1 0 0 0 0,1 0 0 0 0,0 0 0 0 0,0 0 0 0 0,-1 0 0 0 0,1 0 0 0 0,-1 0 0 0 0,1 0 0 0 0,0 0 0 0 0,-1 0 0 0 0,1 0 0 0 0,0 0 0 0 0,0 0 0 0 0,-1 0 0 0 0,1 0 0 0 0,-1 0 0 0 0,1 0 0 0 0,-1 0 0 0 0,1 0 0 0 0,0 0 0 0 0,0 0 0 0 0,-1 0 0 0 0,1 0 0 0 0,-1 0 0 0 0,1 0 0 0 0,-1 0 0 0 0,1 0 0 0 0,-1 0 0 0 0,2 0 0 0 0,-2 0 0 0 0,1 0 0 0 0,-1 0 0 0 0,1 0 0 0 0,-1 0 0 0 0,1 0 0 0 0,0 0 0 0 0,-1 0 0 0 0,-2 0 0 0 0,-2 0 0 0 0,0 0 0 0 0,2 0 0 0 0,0 0 0 0 0,1 0 0 0 0,1 0 0 0 0,0 0 0 0 0,1 0 0 0 0,0 0 0 0 0,0 0 0 0 0,-1 0 0 0 0,1 0 0 0 0,0 0 0 0 0,-1 0 0 0 0,1 0 0 0 0,-1 0 0 0 0,1 0 0 0 0,0 0 0 0 0,0 0 0 0 0,-1 0 0 0 0,1 0 0 0 0,-1 0 0 0 0,1 0 0 0 0,-1 0 0 0 0,1 0 0 0 0,0 0 0 0 0,0 0 0 0 0,0 0 0 0 0,-1 0 0 0 0,1 0 0 0 0,-1 0 0 0 0,1 0 0 0 0,-1 0 0 0 0,1 0 0 0 0,-1 0 0 0 0,1 0 0 0 0,0 0 0 0 0,0 0 0 0 0,-1 0 0 0 0,1 0 0 0 0,-1 0 0 0 0,1 0 0 0 0,-1 0 0 0 0,1 0 0 0 0,0 0 0 0 0,0 0 0 0 0,-1 0 0 0 0,1 0 0 0 0,-1 0 0 0 0,1 0 0 0 0,-1 0 0 0 0,1 0 0 0 0,0 0 0 0 0,0 0 0 0 0,0 0 0 0 0,-1 0 0 0 0,1 0 0 0 0,-1 0 0 0 0,1 0 0 0 0,-1 0 0 0 0,1 0 0 0 0,0 0 0 0 0,0 0 0 0 0,-1 0 0 0 0,1 0 0 0 0,-1 0 0 0 0,1 0 0 0 0,-1 0 0 0 0,1 0 0 0 0,-1 0 0 0 0,1 0 0 0 0,0 0 0 0 0,-4 0 0 0 0,-1 0 0 0 0,1 0 0 0 0,0 0 0 0 0,2 0 0 0 0,-1 0 0 0 0,2 0 0 0 0,1 0 0 0 0,0 0 0 0 0,-1 0 0 0 0,-2 0 0 0 0,-2 0 0 0 0,0 0 0 0 0,2 0 0 0 0,0 0 0 0 0,1 0 0 0 0,1 0 0 0 0,1 0 0 0 0,-1 0 0 0 0,1 0 0 0 0,0 0 0 0 0,-1 0 0 0 0,1 0 0 0 0,0 0 0 0 0,-1 0 0 0 0,1 0 0 0 0,0 0 0 0 0,0 0 0 0 0,-1 0 0 0 0,1 0 0 0 0,-1 0 0 0 0,1 0 0 0 0,-1 0 0 0 0,1 0 0 0 0,-1 0 0 0 0,1 0 0 0 0,1 0 0 0 0,-2 0 0 0 0,1 0 0 0 0,-1 0 0 0 0,1 0 0 0 0,-1 0 0 0 0,1 0 0 0 0,-1 0 0 0 0,1 0 0 0 0,0 0 0 0 0,0 0 0 0 0,-1 0 0 0 0,1 0 0 0 0,-1 0 0 0 0,1 0 0 0 0,-1 0 0 0 0,1 0 0 0 0,0 0 0 0 0,0 0 0 0 0,-1 0 0 0 0,1 0 0 0 0,-1 0 0 0 0,1 0 0 0 0,-1 0 0 0 0,1 0 0 0 0,0 0 0 0 0,0 0 0 0 0,0 0 0 0 0,-1 0 0 0 0,1 0 0 0 0,-1 0 0 0 0,1 0 0 0 0,-1 0 0 0 0,1 0 0 0 0,-1 0 0 0 0,2 0 0 0 0,-2 0 0 0 0,1 0 0 0 0,-1 0 0 0 0,1 0 0 0 0,-1 0 0 0 0,1 0 0 0 0,-1 0 0 0 0,1 0 0 0 0,0 0 0 0 0,0 0 0 0 0,-1 0 0 0 0,1 0 0 0 0,-1 0 0 0 0,1 0 0 0 0,-1 0 0 0 0,1 0 0 0 0,0 0 0 0 0,0 0 0 0 0,0 0 0 0 0,-4 0 0 0 0,-1 0 0 0 0,0 0 0 0 0,-2 0 0 0 0,-1 0 0 0 0,3 0 0 0 0,0 0 0 0 0,2 0 0 0 0,1 0 0 0 0,1 0 0 0 0,1 0 0 0 0,-4 0 0 0 0,0 0 0 0 0,0 0 0 0 0,-1 0 0 0 0,3 0 0 0 0,-3 0 0 0 0,-1 0 0 0 0,1 0 0 0 0,2 0 0 0 0,0 0 0 0 0,2 0 0 0 0,-1 0 0 0 0,-1 0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1:36:21.9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33569 19213 16383 0 0,'3'-1'0'0'0,"4"-3"0"0"0,-3 2 0 0 0,-3 1 0 0 0,-4 3 0 0 0,-4 2 0 0 0,-5 2 0 0 0,-2 2 0 0 0,-1 1 0 0 0,0-2 0 0 0,0 2 0 0 0,0-1 0 0 0,-1 1 0 0 0,1-1 0 0 0,-1 1 0 0 0,-2 1 0 0 0,1-1 0 0 0,-2 1 0 0 0,2 0 0 0 0,-2 0 0 0 0,1 0 0 0 0,1 0 0 0 0,-3 0 0 0 0,1 0 0 0 0,2 0 0 0 0,-3 1 0 0 0,1 0 0 0 0,1-1 0 0 0,0-1 0 0 0,2 0 0 0 0,-3 1 0 0 0,2 0 0 0 0,-2 1 0 0 0,-1 0 0 0 0,2-2 0 0 0,0 1 0 0 0,-1 0 0 0 0,1 1 0 0 0,0-1 0 0 0,1-1 0 0 0,-1 0 0 0 0,2 0 0 0 0,1-1 0 0 0,1 0 0 0 0,0 0 0 0 0,1 0 0 0 0,0-1 0 0 0,-1 0 0 0 0,0 0 0 0 0,-1 2 0 0 0,0-1 0 0 0,1 0 0 0 0,-1 0 0 0 0,1 0 0 0 0,-1 0 0 0 0,1 0 0 0 0,1-1 0 0 0,-2 1 0 0 0,1 0 0 0 0,-1 0 0 0 0,-1 1 0 0 0,2-1 0 0 0,0 0 0 0 0,0-1 0 0 0,-1 1 0 0 0,1 0 0 0 0,1-1 0 0 0,-1 1 0 0 0,-1 0 0 0 0,1 0 0 0 0,1-1 0 0 0,1-1 0 0 0,-1 1 0 0 0,0 1 0 0 0,0-1 0 0 0,0 0 0 0 0,-1 1 0 0 0,2-1 0 0 0,-1 0 0 0 0,-2 1 0 0 0,3-2 0 0 0,-1 1 0 0 0,-1 1 0 0 0,1-1 0 0 0,-1 1 0 0 0,3-2 0 0 0,-2 1 0 0 0,0 1 0 0 0,0-2 0 0 0,1 1 0 0 0,-1 0 0 0 0,1 0 0 0 0,-2 0 0 0 0,2 0 0 0 0,-1 0 0 0 0,1 0 0 0 0,-1 0 0 0 0,0 0 0 0 0,0 0 0 0 0,1 0 0 0 0,-1 0 0 0 0,1 0 0 0 0,-1 0 0 0 0,0 0 0 0 0,1 0 0 0 0,-1 0 0 0 0,0-1 0 0 0,0 1 0 0 0,-2 2 0 0 0,-2 0 0 0 0,2 0 0 0 0,0 0 0 0 0,0-1 0 0 0,-1 0 0 0 0,2-1 0 0 0,0 1 0 0 0,2-1 0 0 0,-1 0 0 0 0,0 1 0 0 0,0-1 0 0 0,1 0 0 0 0,-2 0 0 0 0,1-1 0 0 0,0 2 0 0 0,-1-1 0 0 0,0 1 0 0 0,1 0 0 0 0,1-2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11:36:21.9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33576 19045 16383 0 0,'-2'-1'0'0'0,"-3"-2"0"0"0,-3-2 0 0 0,-4-1 0 0 0,-3-3 0 0 0,0 1 0 0 0,0-1 0 0 0,1 2 0 0 0,-1 0 0 0 0,0-2 0 0 0,-1 0 0 0 0,1 1 0 0 0,0-1 0 0 0,0 1 0 0 0,1 0 0 0 0,1 2 0 0 0,0-1 0 0 0,1 0 0 0 0,0 1 0 0 0,0-1 0 0 0,-1 0 0 0 0,1 0 0 0 0,-1 0 0 0 0,1 0 0 0 0,0 1 0 0 0,0-1 0 0 0,0 0 0 0 0,-3-1 0 0 0,-1-1 0 0 0,-3-1 0 0 0,2 0 0 0 0,1 2 0 0 0,2 0 0 0 0,0 1 0 0 0,2 0 0 0 0,-1 0 0 0 0,0 0 0 0 0,1 0 0 0 0,-1 0 0 0 0,0-1 0 0 0,0 2 0 0 0,0-1 0 0 0,-1-1 0 0 0,1 1 0 0 0,1-1 0 0 0,-3 1 0 0 0,3 0 0 0 0,-1-1 0 0 0,-2 2 0 0 0,3-2 0 0 0,-2 1 0 0 0,1-1 0 0 0,0 1 0 0 0,0 0 0 0 0,1 0 0 0 0,-1 0 0 0 0,0 0 0 0 0,0 1 0 0 0,1-2 0 0 0,-1 2 0 0 0,1-1 0 0 0,-2-1 0 0 0,2 1 0 0 0,-1 0 0 0 0,1 0 0 0 0,-1 0 0 0 0,0 1 0 0 0,0-1 0 0 0,1-1 0 0 0,-3 0 0 0 0,-1-1 0 0 0,0 1 0 0 0,1-1 0 0 0,-1 1 0 0 0,0-1 0 0 0,-3-2 0 0 0,0 1 0 0 0,0-1 0 0 0,-1 0 0 0 0,2 2 0 0 0,2 0 0 0 0,1 0 0 0 0,0 2 0 0 0,2-1 0 0 0,0 1 0 0 0,-2-1 0 0 0,0-1 0 0 0,0 2 0 0 0,0-2 0 0 0,-1 0 0 0 0,0 0 0 0 0,1 1 0 0 0,1 0 0 0 0,-1 0 0 0 0,0 1 0 0 0,2-1 0 0 0,-1 0 0 0 0,0 1 0 0 0,-1-1 0 0 0,0-1 0 0 0,-1 0 0 0 0,-2 0 0 0 0,1-1 0 0 0,1 1 0 0 0,1 1 0 0 0,0-1 0 0 0,0 1 0 0 0,1 0 0 0 0,0 1 0 0 0,0 0 0 0 0,0-1 0 0 0,0 0 0 0 0,0 1 0 0 0,1-1 0 0 0,-2 0 0 0 0,0-1 0 0 0,1 1 0 0 0,0 2 0 0 0,0-2 0 0 0,-1 0 0 0 0,2 0 0 0 0,-1 0 0 0 0,-1 0 0 0 0,1 0 0 0 0,-1 1 0 0 0,1-1 0 0 0,0 0 0 0 0,0 0 0 0 0,-1 0 0 0 0,-1-1 0 0 0,-2-1 0 0 0,1 0 0 0 0,1 3 0 0 0,1-2 0 0 0,0 1 0 0 0,3 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1F4F1-E7FF-432A-A565-C9119F2F38DE}" type="datetimeFigureOut"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F92190-E473-4907-BACE-87019698B65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407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92190-E473-4907-BACE-87019698B65B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82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BD24C-104A-FD3C-5807-8EF620EE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BDF17-3AAF-BE45-56F3-647E10128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4E8C3-B442-B967-7213-D85E90988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34A3C-F65F-96D0-96A0-C3F58D469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92190-E473-4907-BACE-87019698B65B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621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6349B-2489-C2BF-5065-EA87E2178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9D1E60-9A05-2151-54DF-47AA8CEE2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5ED246-64AC-8F65-EA07-CA217C423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 dirty="0"/>
              <a:t>Imagine you have a large company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344BF-4CB5-14AB-9F70-5CB6F386E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92190-E473-4907-BACE-87019698B65B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39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01710-CE8C-B751-77A9-7F5E59CBF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76A0A-D182-B5F7-E6EA-062905FDE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C7B7FC-568B-6364-935D-EAFDD25E8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 dirty="0"/>
              <a:t>And you are the CTO.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32050-57F2-AF26-7DE0-3DF17F5C6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92190-E473-4907-BACE-87019698B65B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08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C2E4A-990D-E49C-426E-F2EFE6A17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FB5FF-ECA3-FEE6-3AAE-4B2711CD5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E9A8E6-5F31-C71A-4EC5-17BD57249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 dirty="0"/>
              <a:t>You have the best staff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62263-86E4-7562-E329-675878C2C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92190-E473-4907-BACE-87019698B65B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84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0FFB6-A179-E4B9-CC2F-FE12EEFB4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56FA3-8375-9FE1-DE87-4F274ADED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3754F3-EFDE-83A5-D122-523FD0E30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 dirty="0"/>
              <a:t>The best internal support team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2C971-CE10-46CC-FD77-60BC5FAF4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92190-E473-4907-BACE-87019698B65B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531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816A5-3FDE-2B90-B110-FD50B796D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79564D-6A4A-2190-E251-5E2BA202B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BAE534-DEC0-02CE-986C-F7C96456C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 dirty="0"/>
              <a:t>But you have one problem!</a:t>
            </a:r>
          </a:p>
          <a:p>
            <a:pPr lvl="1" indent="-171450">
              <a:buFont typeface="Courier New"/>
              <a:buChar char="o"/>
            </a:pPr>
            <a:r>
              <a:rPr lang="en-US">
                <a:ea typeface="Calibri"/>
                <a:cs typeface="Calibri"/>
              </a:rPr>
              <a:t>You found yourself being the middle man between your staff and support team!</a:t>
            </a:r>
          </a:p>
          <a:p>
            <a:pPr lvl="1" indent="-171450">
              <a:buFont typeface="Courier New"/>
              <a:buChar char="o"/>
            </a:pPr>
            <a:r>
              <a:rPr lang="en-US" dirty="0">
                <a:ea typeface="Calibri"/>
                <a:cs typeface="Calibri"/>
              </a:rPr>
              <a:t>Very annoying!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791F5-D084-CC09-C6E2-52EB15876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92190-E473-4907-BACE-87019698B65B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28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D7053-1F68-268A-36EC-80873E9FD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2B108D-4EEC-6C25-18C3-B76A624D8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723F5-934D-8F8D-4F97-8BC22843C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 dirty="0">
                <a:ea typeface="Calibri" panose="020F0502020204030204"/>
                <a:cs typeface="Calibri" panose="020F0502020204030204"/>
              </a:rPr>
              <a:t>The solution</a:t>
            </a:r>
          </a:p>
          <a:p>
            <a:pPr lvl="1" indent="-171450">
              <a:buFont typeface="Courier New"/>
              <a:buChar char="o"/>
            </a:pPr>
            <a:r>
              <a:rPr lang="en-US" dirty="0">
                <a:ea typeface="Calibri" panose="020F0502020204030204"/>
                <a:cs typeface="Calibri" panose="020F0502020204030204"/>
              </a:rPr>
              <a:t>You make an internal Ticket Handing System.</a:t>
            </a:r>
          </a:p>
          <a:p>
            <a:pPr lvl="2" indent="-171450">
              <a:buFont typeface="Wingdings"/>
              <a:buChar char="§"/>
            </a:pPr>
            <a:r>
              <a:rPr lang="en-US" dirty="0">
                <a:ea typeface="Calibri" panose="020F0502020204030204"/>
                <a:cs typeface="Calibri" panose="020F0502020204030204"/>
              </a:rPr>
              <a:t>It will allow your staff to register their problems</a:t>
            </a:r>
          </a:p>
          <a:p>
            <a:pPr lvl="2" indent="-171450">
              <a:buFont typeface="Wingdings"/>
              <a:buChar char="§"/>
            </a:pPr>
            <a:r>
              <a:rPr lang="en-US" dirty="0">
                <a:ea typeface="Calibri" panose="020F0502020204030204"/>
                <a:cs typeface="Calibri" panose="020F0502020204030204"/>
              </a:rPr>
              <a:t>And your support team to keep track of said problems</a:t>
            </a:r>
          </a:p>
          <a:p>
            <a:pPr lvl="2" indent="-171450">
              <a:buFont typeface="Wingdings"/>
              <a:buChar char="§"/>
            </a:pPr>
            <a:r>
              <a:rPr lang="en-US" dirty="0">
                <a:ea typeface="Calibri" panose="020F0502020204030204"/>
                <a:cs typeface="Calibri" panose="020F0502020204030204"/>
              </a:rPr>
              <a:t>Skipping you (the CTO) 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87779-7E47-4324-437A-E04CFA8C2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92190-E473-4907-BACE-87019698B65B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35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C8821-2203-7212-07A4-1591A1C95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AD5CBB-00CA-0BFA-1CBE-7AAAEFDE1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5AEA6F-DBB4-A01C-5E86-F7D7387C3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 dirty="0"/>
              <a:t>On top of said feature.</a:t>
            </a:r>
          </a:p>
          <a:p>
            <a:pPr lvl="1" indent="-171450">
              <a:buFont typeface="Courier New"/>
              <a:buChar char="o"/>
            </a:pPr>
            <a:r>
              <a:rPr lang="en-US" dirty="0">
                <a:ea typeface="Calibri"/>
                <a:cs typeface="Calibri"/>
              </a:rPr>
              <a:t>You want to extend the system with </a:t>
            </a:r>
          </a:p>
          <a:p>
            <a:pPr lvl="2" indent="-171450">
              <a:buFont typeface="Wingdings"/>
              <a:buChar char="§"/>
            </a:pPr>
            <a:r>
              <a:rPr lang="en-US" dirty="0">
                <a:ea typeface="Calibri"/>
                <a:cs typeface="Calibri"/>
              </a:rPr>
              <a:t>some basic user management.</a:t>
            </a:r>
          </a:p>
          <a:p>
            <a:pPr lvl="2" indent="-171450">
              <a:buFont typeface="Wingdings"/>
              <a:buChar char="§"/>
            </a:pPr>
            <a:r>
              <a:rPr lang="en-US" dirty="0">
                <a:ea typeface="Calibri"/>
                <a:cs typeface="Calibri"/>
              </a:rPr>
              <a:t>comments and status updates</a:t>
            </a:r>
          </a:p>
          <a:p>
            <a:pPr lvl="2" indent="-171450">
              <a:buFont typeface="Wingdings"/>
              <a:buChar char="§"/>
            </a:pPr>
            <a:r>
              <a:rPr lang="en-US" dirty="0">
                <a:ea typeface="Calibri"/>
                <a:cs typeface="Calibri"/>
              </a:rPr>
              <a:t>assignment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F5998-5F7B-C960-B980-E0F06A039C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92190-E473-4907-BACE-87019698B65B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492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6609A-AE94-185F-B121-23A53AB86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67162C-7320-97F4-00AA-46A678836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C88AA-1B99-B286-C5B7-C45F64CFB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The database plan.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FE86C-480E-27D2-9F48-14054A1DAD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92190-E473-4907-BACE-87019698B65B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78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Basic Tables for Authentication</a:t>
            </a:r>
            <a:r>
              <a:rPr lang="en-US">
                <a:ea typeface="Calibri"/>
                <a:cs typeface="Calibri"/>
              </a:rPr>
              <a:t> and Profiles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Basic roles collection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92190-E473-4907-BACE-87019698B65B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6511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7C63D-3962-5089-1C18-41C239B2C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3A09D-D053-3595-C928-79EBE9790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4DF6AE-C769-0667-B4B7-610818F22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Ticket information table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Many-to-many table for assignments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B4B40-EF45-68A2-6EE2-6BDD9D242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92190-E473-4907-BACE-87019698B65B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1238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47D1F-9AB9-185C-EE2F-011FB62EF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F3E61-5119-2A52-A9EE-8F49ADB67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4E965-C433-F4ED-A545-A7D8831EC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Ticket comments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E8760-6E31-98DC-A322-7030ECDA5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92190-E473-4907-BACE-87019698B65B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817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BA0EA-34D0-0FBB-AACE-F13EA410D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29D02E-A8F0-70A0-48CF-2E32F3893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760F5B-7E44-9540-CD82-B5CBDEFC5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D1D5B-A6C9-38A9-846E-12893D8D8E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92190-E473-4907-BACE-87019698B65B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049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48E39-02E6-D63C-4EF2-20CEF7C3B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83FA-444A-6177-1966-36F1EE737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9DFCC-0140-0EFB-14EF-9EF68C203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 dirty="0"/>
              <a:t>Tech stack.</a:t>
            </a:r>
          </a:p>
          <a:p>
            <a:pPr lvl="1" indent="-171450">
              <a:buFont typeface="Courier New"/>
              <a:buChar char="o"/>
            </a:pPr>
            <a:r>
              <a:rPr lang="en-US">
                <a:ea typeface="Calibri"/>
                <a:cs typeface="Calibri"/>
              </a:rPr>
              <a:t>Basic spring boot setup</a:t>
            </a:r>
          </a:p>
          <a:p>
            <a:pPr lvl="1" indent="-171450">
              <a:buFont typeface="Courier New"/>
              <a:buChar char="o"/>
            </a:pPr>
            <a:r>
              <a:rPr lang="en-US" dirty="0">
                <a:ea typeface="Calibri"/>
                <a:cs typeface="Calibri"/>
              </a:rPr>
              <a:t>Basic react setup with </a:t>
            </a:r>
            <a:r>
              <a:rPr lang="en-US" err="1">
                <a:ea typeface="Calibri"/>
                <a:cs typeface="Calibri"/>
              </a:rPr>
              <a:t>shadcn</a:t>
            </a:r>
            <a:r>
              <a:rPr lang="en-US" dirty="0">
                <a:ea typeface="Calibri"/>
                <a:cs typeface="Calibri"/>
              </a:rPr>
              <a:t>/</a:t>
            </a:r>
            <a:r>
              <a:rPr lang="en-US" err="1">
                <a:ea typeface="Calibri"/>
                <a:cs typeface="Calibri"/>
              </a:rPr>
              <a:t>ui</a:t>
            </a:r>
            <a:r>
              <a:rPr lang="en-US">
                <a:ea typeface="Calibri"/>
                <a:cs typeface="Calibri"/>
              </a:rPr>
              <a:t> etc.</a:t>
            </a:r>
          </a:p>
          <a:p>
            <a:pPr lvl="1" indent="-171450">
              <a:buFont typeface="Courier New"/>
              <a:buChar char="o"/>
            </a:pPr>
            <a:r>
              <a:rPr lang="en-US" dirty="0">
                <a:ea typeface="Calibri"/>
                <a:cs typeface="Calibri"/>
              </a:rPr>
              <a:t>Quality-of-life backend package to generate typescript types and </a:t>
            </a:r>
            <a:r>
              <a:rPr lang="en-US" dirty="0" err="1">
                <a:ea typeface="Calibri"/>
                <a:cs typeface="Calibri"/>
              </a:rPr>
              <a:t>enums</a:t>
            </a:r>
            <a:endParaRPr lang="en-US" dirty="0">
              <a:ea typeface="Calibri"/>
              <a:cs typeface="Calibri"/>
            </a:endParaRPr>
          </a:p>
          <a:p>
            <a:pPr lvl="1" indent="-171450">
              <a:buFont typeface="Courier New"/>
              <a:buChar char="o"/>
            </a:pPr>
            <a:r>
              <a:rPr lang="en-US" dirty="0">
                <a:ea typeface="Calibri"/>
                <a:cs typeface="Calibri"/>
              </a:rPr>
              <a:t>Googles </a:t>
            </a:r>
            <a:r>
              <a:rPr lang="en-US" dirty="0" err="1">
                <a:ea typeface="Calibri"/>
                <a:cs typeface="Calibri"/>
              </a:rPr>
              <a:t>genai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sdk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FF3FB-C7C9-1D99-8E5F-00ED6F961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92190-E473-4907-BACE-87019698B65B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7297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Demo</a:t>
            </a:r>
          </a:p>
          <a:p>
            <a:pPr marL="628650" lvl="1" indent="-171450">
              <a:buFont typeface="Courier New"/>
              <a:buChar char="o"/>
            </a:pPr>
            <a:r>
              <a:rPr lang="en-US">
                <a:ea typeface="Calibri"/>
                <a:cs typeface="Calibri"/>
              </a:rPr>
              <a:t>Show ticket creation from AUTHOR perspective</a:t>
            </a:r>
          </a:p>
          <a:p>
            <a:pPr marL="628650" lvl="1" indent="-171450">
              <a:buFont typeface="Courier New"/>
              <a:buChar char="o"/>
            </a:pPr>
            <a:r>
              <a:rPr lang="en-US" dirty="0">
                <a:ea typeface="Calibri"/>
                <a:cs typeface="Calibri"/>
              </a:rPr>
              <a:t>Show ticket accepting, commenting etc. from SUPPORT perspective</a:t>
            </a:r>
          </a:p>
          <a:p>
            <a:pPr marL="628650" lvl="1" indent="-171450">
              <a:buFont typeface="Courier New"/>
              <a:buChar char="o"/>
            </a:pPr>
            <a:r>
              <a:rPr lang="en-US" dirty="0">
                <a:ea typeface="Calibri"/>
                <a:cs typeface="Calibri"/>
              </a:rPr>
              <a:t>Show user management etc. from ADMIN </a:t>
            </a:r>
            <a:r>
              <a:rPr lang="en-US" dirty="0"/>
              <a:t>perspective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92190-E473-4907-BACE-87019698B65B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398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272051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98151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322063"/>
      </p:ext>
    </p:extLst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99359"/>
      </p:ext>
    </p:extLst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48834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27141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231200"/>
      </p:ext>
    </p:extLst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2692"/>
      </p:ext>
    </p:extLst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FigureOut">
              <a:rPr lang="en-US" dirty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07839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68378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648163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076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528">
          <p15:clr>
            <a:srgbClr val="F26B43"/>
          </p15:clr>
        </p15:guide>
        <p15:guide id="19" orient="horz" pos="2160">
          <p15:clr>
            <a:srgbClr val="F26B43"/>
          </p15:clr>
        </p15:guide>
        <p15:guide id="20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customXml" Target="../ink/ink3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2.xml"/><Relationship Id="rId5" Type="http://schemas.openxmlformats.org/officeDocument/2006/relationships/image" Target="../media/image5.png"/><Relationship Id="rId15" Type="http://schemas.openxmlformats.org/officeDocument/2006/relationships/image" Target="../media/image12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customXml" Target="../ink/ink1.xml"/><Relationship Id="rId1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5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customXml" Target="../ink/ink12.xml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customXml" Target="../ink/ink11.xml"/><Relationship Id="rId5" Type="http://schemas.openxmlformats.org/officeDocument/2006/relationships/customXml" Target="../ink/ink8.xml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customXml" Target="../ink/ink10.xml"/><Relationship Id="rId1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3600">
                <a:ea typeface="+mj-lt"/>
                <a:cs typeface="+mj-lt"/>
              </a:rPr>
              <a:t>Full Stack Project</a:t>
            </a:r>
            <a:br>
              <a:rPr lang="en-US" sz="4800">
                <a:ea typeface="+mj-lt"/>
                <a:cs typeface="+mj-lt"/>
              </a:rPr>
            </a:br>
            <a:r>
              <a:rPr lang="en-US" sz="6000">
                <a:ea typeface="+mj-lt"/>
                <a:cs typeface="+mj-lt"/>
              </a:rPr>
              <a:t>IT Service Desk</a:t>
            </a:r>
            <a:endParaRPr lang="en-US" sz="6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Built with Spring Boot, PostgreSQL, React... and more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D6114A-4CDA-614A-10BD-AE826DC60465}"/>
              </a:ext>
            </a:extLst>
          </p:cNvPr>
          <p:cNvSpPr txBox="1"/>
          <p:nvPr/>
        </p:nvSpPr>
        <p:spPr>
          <a:xfrm>
            <a:off x="11142999" y="6578117"/>
            <a:ext cx="104682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chemeClr val="bg1">
                    <a:lumMod val="65000"/>
                    <a:lumOff val="35000"/>
                  </a:schemeClr>
                </a:solidFill>
                <a:latin typeface="Courier New"/>
                <a:ea typeface="+mn-lt"/>
                <a:cs typeface="+mn-lt"/>
              </a:rPr>
              <a:t>Arthur MJ</a:t>
            </a:r>
            <a:endParaRPr lang="en-US" sz="1200" b="1">
              <a:solidFill>
                <a:schemeClr val="bg1">
                  <a:lumMod val="65000"/>
                  <a:lumOff val="35000"/>
                </a:schemeClr>
              </a:solidFill>
              <a:latin typeface="Courier New"/>
              <a:cs typeface="Arial"/>
            </a:endParaRPr>
          </a:p>
        </p:txBody>
      </p:sp>
      <p:pic>
        <p:nvPicPr>
          <p:cNvPr id="6" name="Content Placeholder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E995DD9B-CA22-E266-4AC1-5A20D2418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74" y="7369002"/>
            <a:ext cx="9555343" cy="387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1D1B9-8B03-9E91-01A4-36B3E7B97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3605C-7536-8793-12A8-F96FACC5EE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-5329966"/>
            <a:ext cx="8132227" cy="355985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600">
                <a:ea typeface="+mj-lt"/>
                <a:cs typeface="+mj-lt"/>
              </a:rPr>
              <a:t>Full Stack Project</a:t>
            </a:r>
            <a:br>
              <a:rPr lang="en-US" sz="4800">
                <a:ea typeface="+mj-lt"/>
                <a:cs typeface="+mj-lt"/>
              </a:rPr>
            </a:br>
            <a:r>
              <a:rPr lang="en-US" sz="6000">
                <a:ea typeface="+mj-lt"/>
                <a:cs typeface="+mj-lt"/>
              </a:rPr>
              <a:t>IT Service Desk</a:t>
            </a:r>
            <a:endParaRPr lang="en-US" sz="6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AE7AE-3323-AB6E-7FBC-40BC37B9E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-1406090"/>
            <a:ext cx="8132227" cy="13504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Built with Spring Boot, PostgreSQL, React... and more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F3E3C-3370-273C-22B1-CADFB99F1CD8}"/>
              </a:ext>
            </a:extLst>
          </p:cNvPr>
          <p:cNvSpPr txBox="1"/>
          <p:nvPr/>
        </p:nvSpPr>
        <p:spPr>
          <a:xfrm>
            <a:off x="11142999" y="6578117"/>
            <a:ext cx="104682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chemeClr val="bg1">
                    <a:lumMod val="65000"/>
                    <a:lumOff val="35000"/>
                  </a:schemeClr>
                </a:solidFill>
                <a:latin typeface="Courier New"/>
                <a:ea typeface="+mn-lt"/>
                <a:cs typeface="+mn-lt"/>
              </a:rPr>
              <a:t>Arthur MJ</a:t>
            </a:r>
            <a:endParaRPr lang="en-US" sz="1200" b="1">
              <a:solidFill>
                <a:schemeClr val="bg1">
                  <a:lumMod val="65000"/>
                  <a:lumOff val="35000"/>
                </a:schemeClr>
              </a:solidFill>
              <a:latin typeface="Courier New"/>
              <a:cs typeface="Arial"/>
            </a:endParaRPr>
          </a:p>
        </p:txBody>
      </p:sp>
      <p:pic>
        <p:nvPicPr>
          <p:cNvPr id="6" name="Content Placeholder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88833B2D-A784-E42A-FF76-9D94A729F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707" y="1492678"/>
            <a:ext cx="9555343" cy="387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41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080EB-19A7-1623-89B9-06A80463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9564CA73-7A25-F9F1-5BD4-D49917926D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81039" y="-246246"/>
            <a:ext cx="3628678" cy="1473465"/>
          </a:xfrm>
          <a:prstGeom prst="rect">
            <a:avLst/>
          </a:prstGeom>
        </p:spPr>
      </p:pic>
      <p:pic>
        <p:nvPicPr>
          <p:cNvPr id="2" name="Picture 1" descr="A person in a suit and tie&#10;&#10;AI-generated content may be incorrect.">
            <a:extLst>
              <a:ext uri="{FF2B5EF4-FFF2-40B4-BE49-F238E27FC236}">
                <a16:creationId xmlns:a16="http://schemas.microsoft.com/office/drawing/2014/main" id="{55258490-B997-0F4B-0F49-B95108021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029" y="7541846"/>
            <a:ext cx="3015840" cy="4904154"/>
          </a:xfrm>
          <a:prstGeom prst="rect">
            <a:avLst/>
          </a:prstGeom>
        </p:spPr>
      </p:pic>
      <p:pic>
        <p:nvPicPr>
          <p:cNvPr id="6" name="Picture 5" descr="A group of people standing together&#10;&#10;AI-generated content may be incorrect.">
            <a:extLst>
              <a:ext uri="{FF2B5EF4-FFF2-40B4-BE49-F238E27FC236}">
                <a16:creationId xmlns:a16="http://schemas.microsoft.com/office/drawing/2014/main" id="{4F1C66ED-0103-3351-C2AA-CFAC7EDDDA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16971" y="9604131"/>
            <a:ext cx="4867275" cy="4648200"/>
          </a:xfrm>
          <a:prstGeom prst="rect">
            <a:avLst/>
          </a:prstGeom>
        </p:spPr>
      </p:pic>
      <p:pic>
        <p:nvPicPr>
          <p:cNvPr id="7" name="Picture 6" descr="A person wearing a headset and smiling at the camera&#10;&#10;AI-generated content may be incorrect.">
            <a:extLst>
              <a:ext uri="{FF2B5EF4-FFF2-40B4-BE49-F238E27FC236}">
                <a16:creationId xmlns:a16="http://schemas.microsoft.com/office/drawing/2014/main" id="{25103FD0-E2E1-DF91-AE5C-8D2C7762D8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6576" y="9738050"/>
            <a:ext cx="3945874" cy="2647951"/>
          </a:xfrm>
          <a:prstGeom prst="rect">
            <a:avLst/>
          </a:prstGeom>
        </p:spPr>
      </p:pic>
      <p:pic>
        <p:nvPicPr>
          <p:cNvPr id="9" name="Picture 8" descr="A yellow sign with black letters&#10;&#10;AI-generated content may be incorrect.">
            <a:extLst>
              <a:ext uri="{FF2B5EF4-FFF2-40B4-BE49-F238E27FC236}">
                <a16:creationId xmlns:a16="http://schemas.microsoft.com/office/drawing/2014/main" id="{E1122CBF-DB8F-0142-FE52-4655D778CA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048" y="6984388"/>
            <a:ext cx="2134415" cy="854402"/>
          </a:xfrm>
          <a:prstGeom prst="rect">
            <a:avLst/>
          </a:prstGeom>
        </p:spPr>
      </p:pic>
      <p:pic>
        <p:nvPicPr>
          <p:cNvPr id="10" name="Picture 9" descr="A black and white sign with letters&#10;&#10;AI-generated content may be incorrect.">
            <a:extLst>
              <a:ext uri="{FF2B5EF4-FFF2-40B4-BE49-F238E27FC236}">
                <a16:creationId xmlns:a16="http://schemas.microsoft.com/office/drawing/2014/main" id="{E9783BC7-5A06-2938-997F-B2DAD30178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7843" y="8983825"/>
            <a:ext cx="2010672" cy="808813"/>
          </a:xfrm>
          <a:prstGeom prst="rect">
            <a:avLst/>
          </a:prstGeom>
        </p:spPr>
      </p:pic>
      <p:pic>
        <p:nvPicPr>
          <p:cNvPr id="11" name="Picture 10" descr="A black and white rectangular sign with letters on it&#10;&#10;AI-generated content may be incorrect.">
            <a:extLst>
              <a:ext uri="{FF2B5EF4-FFF2-40B4-BE49-F238E27FC236}">
                <a16:creationId xmlns:a16="http://schemas.microsoft.com/office/drawing/2014/main" id="{6B9394C5-A083-A7D8-D4C0-6A267F216C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2561" y="8983827"/>
            <a:ext cx="1867389" cy="75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929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115E4-82B1-2F9B-5E52-CE11100DE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DB02A865-CE67-6D75-C8AB-1445CF3EB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4281039" y="-246246"/>
            <a:ext cx="3628678" cy="1473465"/>
          </a:xfrm>
          <a:prstGeom prst="rect">
            <a:avLst/>
          </a:prstGeom>
        </p:spPr>
      </p:pic>
      <p:pic>
        <p:nvPicPr>
          <p:cNvPr id="6" name="Picture 5" descr="A group of people standing together&#10;&#10;AI-generated content may be incorrect.">
            <a:extLst>
              <a:ext uri="{FF2B5EF4-FFF2-40B4-BE49-F238E27FC236}">
                <a16:creationId xmlns:a16="http://schemas.microsoft.com/office/drawing/2014/main" id="{AD221DE8-2EDE-6C7E-35EF-C2C32FDC2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6971" y="9604131"/>
            <a:ext cx="4867275" cy="4648200"/>
          </a:xfrm>
          <a:prstGeom prst="rect">
            <a:avLst/>
          </a:prstGeom>
        </p:spPr>
      </p:pic>
      <p:pic>
        <p:nvPicPr>
          <p:cNvPr id="7" name="Picture 6" descr="A person wearing a headset and smiling at the camera&#10;&#10;AI-generated content may be incorrect.">
            <a:extLst>
              <a:ext uri="{FF2B5EF4-FFF2-40B4-BE49-F238E27FC236}">
                <a16:creationId xmlns:a16="http://schemas.microsoft.com/office/drawing/2014/main" id="{4E8D50A4-F76C-7EC3-0E5C-6D02990AE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6576" y="9738050"/>
            <a:ext cx="3945874" cy="2647951"/>
          </a:xfrm>
          <a:prstGeom prst="rect">
            <a:avLst/>
          </a:prstGeom>
        </p:spPr>
      </p:pic>
      <p:pic>
        <p:nvPicPr>
          <p:cNvPr id="10" name="Picture 9" descr="A black and white sign with letters&#10;&#10;AI-generated content may be incorrect.">
            <a:extLst>
              <a:ext uri="{FF2B5EF4-FFF2-40B4-BE49-F238E27FC236}">
                <a16:creationId xmlns:a16="http://schemas.microsoft.com/office/drawing/2014/main" id="{AFB722E9-0ADA-0E8A-EC7A-9DF538D35B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843" y="8983825"/>
            <a:ext cx="2010672" cy="808813"/>
          </a:xfrm>
          <a:prstGeom prst="rect">
            <a:avLst/>
          </a:prstGeom>
        </p:spPr>
      </p:pic>
      <p:pic>
        <p:nvPicPr>
          <p:cNvPr id="11" name="Picture 10" descr="A black and white rectangular sign with letters on it&#10;&#10;AI-generated content may be incorrect.">
            <a:extLst>
              <a:ext uri="{FF2B5EF4-FFF2-40B4-BE49-F238E27FC236}">
                <a16:creationId xmlns:a16="http://schemas.microsoft.com/office/drawing/2014/main" id="{0D09B8BE-9F26-3575-A405-D95C140027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2561" y="8983827"/>
            <a:ext cx="1867389" cy="750195"/>
          </a:xfrm>
          <a:prstGeom prst="rect">
            <a:avLst/>
          </a:prstGeom>
        </p:spPr>
      </p:pic>
      <p:pic>
        <p:nvPicPr>
          <p:cNvPr id="4" name="Picture 3" descr="A person in a suit and tie&#10;&#10;AI-generated content may be incorrect.">
            <a:extLst>
              <a:ext uri="{FF2B5EF4-FFF2-40B4-BE49-F238E27FC236}">
                <a16:creationId xmlns:a16="http://schemas.microsoft.com/office/drawing/2014/main" id="{6FC6EB27-2901-7D98-9928-50E42BC00F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5029" y="1843128"/>
            <a:ext cx="3015840" cy="4904154"/>
          </a:xfrm>
          <a:prstGeom prst="rect">
            <a:avLst/>
          </a:prstGeom>
        </p:spPr>
      </p:pic>
      <p:pic>
        <p:nvPicPr>
          <p:cNvPr id="12" name="Picture 11" descr="A yellow sign with black letters&#10;&#10;AI-generated content may be incorrect.">
            <a:extLst>
              <a:ext uri="{FF2B5EF4-FFF2-40B4-BE49-F238E27FC236}">
                <a16:creationId xmlns:a16="http://schemas.microsoft.com/office/drawing/2014/main" id="{3F39849F-7422-6C12-71FC-E41BD71839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048" y="1285670"/>
            <a:ext cx="2134415" cy="85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675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D12B6-DD8C-B925-C8BA-A835BBC7E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in a suit and tie&#10;&#10;AI-generated content may be incorrect.">
            <a:extLst>
              <a:ext uri="{FF2B5EF4-FFF2-40B4-BE49-F238E27FC236}">
                <a16:creationId xmlns:a16="http://schemas.microsoft.com/office/drawing/2014/main" id="{D2663456-2918-BF87-61CD-E18ACD6C7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029" y="1843128"/>
            <a:ext cx="3015840" cy="4904154"/>
          </a:xfrm>
          <a:prstGeom prst="rect">
            <a:avLst/>
          </a:prstGeom>
        </p:spPr>
      </p:pic>
      <p:pic>
        <p:nvPicPr>
          <p:cNvPr id="6" name="Picture 5" descr="A group of people standing together&#10;&#10;AI-generated content may be incorrect.">
            <a:extLst>
              <a:ext uri="{FF2B5EF4-FFF2-40B4-BE49-F238E27FC236}">
                <a16:creationId xmlns:a16="http://schemas.microsoft.com/office/drawing/2014/main" id="{9B2F18A4-541F-2A9F-FF57-8E16009DF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6971" y="3905413"/>
            <a:ext cx="4867275" cy="4648200"/>
          </a:xfrm>
          <a:prstGeom prst="rect">
            <a:avLst/>
          </a:prstGeom>
        </p:spPr>
      </p:pic>
      <p:pic>
        <p:nvPicPr>
          <p:cNvPr id="9" name="Picture 8" descr="A yellow sign with black letters&#10;&#10;AI-generated content may be incorrect.">
            <a:extLst>
              <a:ext uri="{FF2B5EF4-FFF2-40B4-BE49-F238E27FC236}">
                <a16:creationId xmlns:a16="http://schemas.microsoft.com/office/drawing/2014/main" id="{7397DD17-D17B-3EC9-A09F-B37819827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048" y="1285670"/>
            <a:ext cx="2134415" cy="854402"/>
          </a:xfrm>
          <a:prstGeom prst="rect">
            <a:avLst/>
          </a:prstGeom>
        </p:spPr>
      </p:pic>
      <p:pic>
        <p:nvPicPr>
          <p:cNvPr id="10" name="Picture 9" descr="A black and white sign with letters&#10;&#10;AI-generated content may be incorrect.">
            <a:extLst>
              <a:ext uri="{FF2B5EF4-FFF2-40B4-BE49-F238E27FC236}">
                <a16:creationId xmlns:a16="http://schemas.microsoft.com/office/drawing/2014/main" id="{9AE35A61-67D6-CFDB-BB7C-C334E23DB2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843" y="3285107"/>
            <a:ext cx="2010672" cy="808813"/>
          </a:xfrm>
          <a:prstGeom prst="rect">
            <a:avLst/>
          </a:prstGeom>
        </p:spPr>
      </p:pic>
      <p:pic>
        <p:nvPicPr>
          <p:cNvPr id="15" name="Content Placeholder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058F6762-2DE0-CEB2-73F1-A6F45D15D021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4281039" y="-246246"/>
            <a:ext cx="3628678" cy="1473465"/>
          </a:xfrm>
          <a:prstGeom prst="rect">
            <a:avLst/>
          </a:prstGeom>
        </p:spPr>
      </p:pic>
      <p:pic>
        <p:nvPicPr>
          <p:cNvPr id="17" name="Picture 16" descr="A person wearing a headset and smiling at the camera&#10;&#10;AI-generated content may be incorrect.">
            <a:extLst>
              <a:ext uri="{FF2B5EF4-FFF2-40B4-BE49-F238E27FC236}">
                <a16:creationId xmlns:a16="http://schemas.microsoft.com/office/drawing/2014/main" id="{947518FE-B35D-E860-F288-4F0985BC0A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6576" y="9738050"/>
            <a:ext cx="3945874" cy="2647951"/>
          </a:xfrm>
          <a:prstGeom prst="rect">
            <a:avLst/>
          </a:prstGeom>
        </p:spPr>
      </p:pic>
      <p:pic>
        <p:nvPicPr>
          <p:cNvPr id="19" name="Picture 18" descr="A black and white rectangular sign with letters on it&#10;&#10;AI-generated content may be incorrect.">
            <a:extLst>
              <a:ext uri="{FF2B5EF4-FFF2-40B4-BE49-F238E27FC236}">
                <a16:creationId xmlns:a16="http://schemas.microsoft.com/office/drawing/2014/main" id="{DF43DB87-BCAC-8FD2-662B-26BE7EBB78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2561" y="8983827"/>
            <a:ext cx="1867389" cy="75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949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B71D9-E255-479A-1640-8BFFFF3E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in a suit and tie&#10;&#10;AI-generated content may be incorrect.">
            <a:extLst>
              <a:ext uri="{FF2B5EF4-FFF2-40B4-BE49-F238E27FC236}">
                <a16:creationId xmlns:a16="http://schemas.microsoft.com/office/drawing/2014/main" id="{81D9FB34-4730-7D05-8B13-E0D7CB25F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029" y="1843128"/>
            <a:ext cx="3015840" cy="4904154"/>
          </a:xfrm>
          <a:prstGeom prst="rect">
            <a:avLst/>
          </a:prstGeom>
        </p:spPr>
      </p:pic>
      <p:pic>
        <p:nvPicPr>
          <p:cNvPr id="6" name="Picture 5" descr="A group of people standing together&#10;&#10;AI-generated content may be incorrect.">
            <a:extLst>
              <a:ext uri="{FF2B5EF4-FFF2-40B4-BE49-F238E27FC236}">
                <a16:creationId xmlns:a16="http://schemas.microsoft.com/office/drawing/2014/main" id="{B51D058E-A927-2D89-E6A6-F0EBD36E9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6971" y="3905413"/>
            <a:ext cx="4867275" cy="4648200"/>
          </a:xfrm>
          <a:prstGeom prst="rect">
            <a:avLst/>
          </a:prstGeom>
        </p:spPr>
      </p:pic>
      <p:pic>
        <p:nvPicPr>
          <p:cNvPr id="7" name="Picture 6" descr="A person wearing a headset and smiling at the camera&#10;&#10;AI-generated content may be incorrect.">
            <a:extLst>
              <a:ext uri="{FF2B5EF4-FFF2-40B4-BE49-F238E27FC236}">
                <a16:creationId xmlns:a16="http://schemas.microsoft.com/office/drawing/2014/main" id="{5FB7ED35-5549-987D-D477-A753A66CB6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6576" y="4039332"/>
            <a:ext cx="3945874" cy="2647951"/>
          </a:xfrm>
          <a:prstGeom prst="rect">
            <a:avLst/>
          </a:prstGeom>
        </p:spPr>
      </p:pic>
      <p:pic>
        <p:nvPicPr>
          <p:cNvPr id="9" name="Picture 8" descr="A yellow sign with black letters&#10;&#10;AI-generated content may be incorrect.">
            <a:extLst>
              <a:ext uri="{FF2B5EF4-FFF2-40B4-BE49-F238E27FC236}">
                <a16:creationId xmlns:a16="http://schemas.microsoft.com/office/drawing/2014/main" id="{38547C61-9AB9-1B92-6092-B9F2607B8D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048" y="1285670"/>
            <a:ext cx="2134415" cy="854402"/>
          </a:xfrm>
          <a:prstGeom prst="rect">
            <a:avLst/>
          </a:prstGeom>
        </p:spPr>
      </p:pic>
      <p:pic>
        <p:nvPicPr>
          <p:cNvPr id="10" name="Picture 9" descr="A black and white sign with letters&#10;&#10;AI-generated content may be incorrect.">
            <a:extLst>
              <a:ext uri="{FF2B5EF4-FFF2-40B4-BE49-F238E27FC236}">
                <a16:creationId xmlns:a16="http://schemas.microsoft.com/office/drawing/2014/main" id="{5CC7F4B3-8349-33BC-6545-39C9BC3978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7843" y="3285107"/>
            <a:ext cx="2010672" cy="808813"/>
          </a:xfrm>
          <a:prstGeom prst="rect">
            <a:avLst/>
          </a:prstGeom>
        </p:spPr>
      </p:pic>
      <p:pic>
        <p:nvPicPr>
          <p:cNvPr id="11" name="Picture 10" descr="A black and white rectangular sign with letters on it&#10;&#10;AI-generated content may be incorrect.">
            <a:extLst>
              <a:ext uri="{FF2B5EF4-FFF2-40B4-BE49-F238E27FC236}">
                <a16:creationId xmlns:a16="http://schemas.microsoft.com/office/drawing/2014/main" id="{19AEB82B-7BC2-5F27-6634-449533176A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2561" y="3285109"/>
            <a:ext cx="1867389" cy="750195"/>
          </a:xfrm>
          <a:prstGeom prst="rect">
            <a:avLst/>
          </a:prstGeom>
        </p:spPr>
      </p:pic>
      <p:pic>
        <p:nvPicPr>
          <p:cNvPr id="15" name="Content Placeholder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4664F179-47B7-4879-8F01-3353E1A1373A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4281039" y="-246246"/>
            <a:ext cx="3628678" cy="147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317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17B7F-5D60-EF50-A9D4-BD0D8BEE7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people standing together&#10;&#10;AI-generated content may be incorrect.">
            <a:extLst>
              <a:ext uri="{FF2B5EF4-FFF2-40B4-BE49-F238E27FC236}">
                <a16:creationId xmlns:a16="http://schemas.microsoft.com/office/drawing/2014/main" id="{B1EA3C8C-35E3-FF89-7F53-8D6A6C2C4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6971" y="3905413"/>
            <a:ext cx="4867275" cy="4648200"/>
          </a:xfrm>
          <a:prstGeom prst="rect">
            <a:avLst/>
          </a:prstGeom>
        </p:spPr>
      </p:pic>
      <p:pic>
        <p:nvPicPr>
          <p:cNvPr id="7" name="Picture 6" descr="A person wearing a headset and smiling at the camera&#10;&#10;AI-generated content may be incorrect.">
            <a:extLst>
              <a:ext uri="{FF2B5EF4-FFF2-40B4-BE49-F238E27FC236}">
                <a16:creationId xmlns:a16="http://schemas.microsoft.com/office/drawing/2014/main" id="{EEDF565E-8B57-D342-0F63-B0C94547D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6576" y="4039332"/>
            <a:ext cx="3945874" cy="2647951"/>
          </a:xfrm>
          <a:prstGeom prst="rect">
            <a:avLst/>
          </a:prstGeom>
        </p:spPr>
      </p:pic>
      <p:pic>
        <p:nvPicPr>
          <p:cNvPr id="9" name="Picture 8" descr="A yellow sign with black letters&#10;&#10;AI-generated content may be incorrect.">
            <a:extLst>
              <a:ext uri="{FF2B5EF4-FFF2-40B4-BE49-F238E27FC236}">
                <a16:creationId xmlns:a16="http://schemas.microsoft.com/office/drawing/2014/main" id="{BED4C1F8-FDD8-54B1-1A65-959AF1C3C5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048" y="1285670"/>
            <a:ext cx="2134415" cy="854402"/>
          </a:xfrm>
          <a:prstGeom prst="rect">
            <a:avLst/>
          </a:prstGeom>
        </p:spPr>
      </p:pic>
      <p:pic>
        <p:nvPicPr>
          <p:cNvPr id="10" name="Picture 9" descr="A black and white sign with letters&#10;&#10;AI-generated content may be incorrect.">
            <a:extLst>
              <a:ext uri="{FF2B5EF4-FFF2-40B4-BE49-F238E27FC236}">
                <a16:creationId xmlns:a16="http://schemas.microsoft.com/office/drawing/2014/main" id="{6A070423-6B45-E5E4-28F1-99DC20DFF1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843" y="3285107"/>
            <a:ext cx="2010672" cy="808813"/>
          </a:xfrm>
          <a:prstGeom prst="rect">
            <a:avLst/>
          </a:prstGeom>
        </p:spPr>
      </p:pic>
      <p:pic>
        <p:nvPicPr>
          <p:cNvPr id="11" name="Picture 10" descr="A black and white rectangular sign with letters on it&#10;&#10;AI-generated content may be incorrect.">
            <a:extLst>
              <a:ext uri="{FF2B5EF4-FFF2-40B4-BE49-F238E27FC236}">
                <a16:creationId xmlns:a16="http://schemas.microsoft.com/office/drawing/2014/main" id="{00AB090D-9872-5FE4-F57E-0DBDA9F569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2561" y="3285109"/>
            <a:ext cx="1867389" cy="750195"/>
          </a:xfrm>
          <a:prstGeom prst="rect">
            <a:avLst/>
          </a:prstGeom>
        </p:spPr>
      </p:pic>
      <p:pic>
        <p:nvPicPr>
          <p:cNvPr id="3" name="Picture 2" descr="A person in a suit covering his face with his hands&#10;&#10;AI-generated content may be incorrect.">
            <a:extLst>
              <a:ext uri="{FF2B5EF4-FFF2-40B4-BE49-F238E27FC236}">
                <a16:creationId xmlns:a16="http://schemas.microsoft.com/office/drawing/2014/main" id="{81656CC1-0DBE-47CE-F3E9-EEC4CF1BC5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4449" y="2142718"/>
            <a:ext cx="4049613" cy="50865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B2C1A1F-C8BA-BD7F-B851-46F02F0AFAA2}"/>
                  </a:ext>
                </a:extLst>
              </p14:cNvPr>
              <p14:cNvContentPartPr/>
              <p14:nvPr/>
            </p14:nvContentPartPr>
            <p14:xfrm>
              <a:off x="9594116" y="1741817"/>
              <a:ext cx="1677133" cy="671182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B2C1A1F-C8BA-BD7F-B851-46F02F0AFAA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76121" y="1723823"/>
                <a:ext cx="1712763" cy="7068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76219B8-2FAB-6FF8-C3FF-37749F199BF6}"/>
                  </a:ext>
                </a:extLst>
              </p14:cNvPr>
              <p14:cNvContentPartPr/>
              <p14:nvPr/>
            </p14:nvContentPartPr>
            <p14:xfrm>
              <a:off x="7399117" y="2497544"/>
              <a:ext cx="2537670" cy="662916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76219B8-2FAB-6FF8-C3FF-37749F199BF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36125" y="2434598"/>
                <a:ext cx="2663294" cy="7884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7B7A3F1-ED36-F4EF-3011-176723AA25B1}"/>
                  </a:ext>
                </a:extLst>
              </p14:cNvPr>
              <p14:cNvContentPartPr/>
              <p14:nvPr/>
            </p14:nvContentPartPr>
            <p14:xfrm>
              <a:off x="2178242" y="2226863"/>
              <a:ext cx="2555083" cy="767257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7B7A3F1-ED36-F4EF-3011-176723AA25B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15247" y="2163885"/>
                <a:ext cx="2680713" cy="892854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Picture 1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55559FE-7034-DDE7-4317-007F1EC70E7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7683" y="-100426"/>
            <a:ext cx="3349762" cy="129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515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97102-10B2-8FF6-A971-147830906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AF1FAD27-F8E5-3DCC-F1E7-5F018EB7D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275023"/>
            <a:ext cx="11571926" cy="520780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Solution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17EA853-BD50-408F-43F7-C21FFDC6D8E7}"/>
              </a:ext>
            </a:extLst>
          </p:cNvPr>
          <p:cNvSpPr txBox="1">
            <a:spLocks/>
          </p:cNvSpPr>
          <p:nvPr/>
        </p:nvSpPr>
        <p:spPr>
          <a:xfrm>
            <a:off x="310787" y="792910"/>
            <a:ext cx="11571926" cy="5207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0">
                <a:solidFill>
                  <a:schemeClr val="tx1">
                    <a:lumMod val="76000"/>
                  </a:schemeClr>
                </a:solidFill>
                <a:ea typeface="+mj-lt"/>
                <a:cs typeface="+mj-lt"/>
              </a:rPr>
              <a:t>Ticket System Platform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E52766-2644-6F95-ED10-1D1945CBD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6093" y="2919637"/>
            <a:ext cx="2590747" cy="38701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/>
              <a:t>User</a:t>
            </a:r>
          </a:p>
          <a:p>
            <a:pPr marL="0" indent="0" algn="ctr">
              <a:buNone/>
            </a:pPr>
            <a:r>
              <a:rPr lang="en-US" sz="2400" i="1"/>
              <a:t>*Makes Ticket*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1265191E-482A-4C53-EB93-4E1904190A4C}"/>
              </a:ext>
            </a:extLst>
          </p:cNvPr>
          <p:cNvSpPr txBox="1">
            <a:spLocks/>
          </p:cNvSpPr>
          <p:nvPr/>
        </p:nvSpPr>
        <p:spPr>
          <a:xfrm>
            <a:off x="8248545" y="2922242"/>
            <a:ext cx="2590747" cy="38701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+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+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/>
              <a:t>Support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i="1"/>
              <a:t>*Handles Ticket*</a:t>
            </a:r>
          </a:p>
          <a:p>
            <a:pPr marL="0" indent="0" algn="ctr">
              <a:buNone/>
            </a:pPr>
            <a:r>
              <a:rPr lang="en-US" sz="2400" i="1"/>
              <a:t>*Accepts Ticket*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CC742FD-76CE-9D7F-03AF-0D443183885D}"/>
              </a:ext>
            </a:extLst>
          </p:cNvPr>
          <p:cNvGrpSpPr/>
          <p:nvPr/>
        </p:nvGrpSpPr>
        <p:grpSpPr>
          <a:xfrm>
            <a:off x="2073124" y="4106088"/>
            <a:ext cx="6242182" cy="749653"/>
            <a:chOff x="2218267" y="4106088"/>
            <a:chExt cx="7246086" cy="74965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292EA79-C627-3125-11C6-BCD3CC628EA5}"/>
                    </a:ext>
                  </a:extLst>
                </p14:cNvPr>
                <p14:cNvContentPartPr/>
                <p14:nvPr/>
              </p14:nvContentPartPr>
              <p14:xfrm>
                <a:off x="2218267" y="4506166"/>
                <a:ext cx="7246086" cy="8466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292EA79-C627-3125-11C6-BCD3CC628EA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45138" y="3024616"/>
                  <a:ext cx="7391927" cy="29631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0E6149A-1F8E-FF6E-E574-00BEFF403717}"/>
                    </a:ext>
                  </a:extLst>
                </p14:cNvPr>
                <p14:cNvContentPartPr/>
                <p14:nvPr/>
              </p14:nvContentPartPr>
              <p14:xfrm>
                <a:off x="8665242" y="4494611"/>
                <a:ext cx="774447" cy="36113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0E6149A-1F8E-FF6E-E574-00BEFF40371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592181" y="4431665"/>
                  <a:ext cx="920152" cy="4866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54DB0DA-39AE-1460-3160-65A618754113}"/>
                    </a:ext>
                  </a:extLst>
                </p14:cNvPr>
                <p14:cNvContentPartPr/>
                <p14:nvPr/>
              </p14:nvContentPartPr>
              <p14:xfrm>
                <a:off x="8623675" y="4106088"/>
                <a:ext cx="827019" cy="385645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54DB0DA-39AE-1460-3160-65A61875411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50580" y="4043133"/>
                  <a:ext cx="972792" cy="511195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14475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EE6D7-6634-FCC1-587E-61F45EFA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9D2C517-F299-C2D3-60AB-5184758C6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275023"/>
            <a:ext cx="11571926" cy="520780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Solution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B56F49-6A6E-AFC4-33BE-69FB9ECB0F9A}"/>
              </a:ext>
            </a:extLst>
          </p:cNvPr>
          <p:cNvSpPr txBox="1">
            <a:spLocks/>
          </p:cNvSpPr>
          <p:nvPr/>
        </p:nvSpPr>
        <p:spPr>
          <a:xfrm>
            <a:off x="310787" y="792910"/>
            <a:ext cx="11571926" cy="5207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0">
                <a:solidFill>
                  <a:schemeClr val="tx1">
                    <a:lumMod val="76000"/>
                  </a:schemeClr>
                </a:solidFill>
                <a:ea typeface="+mj-lt"/>
                <a:cs typeface="+mj-lt"/>
              </a:rPr>
              <a:t>Ticket System Platform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47B18-6E50-CDE9-D80D-112B01B6A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6093" y="2919637"/>
            <a:ext cx="2590747" cy="38701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/>
              <a:t>User</a:t>
            </a:r>
          </a:p>
          <a:p>
            <a:pPr marL="0" indent="0" algn="ctr">
              <a:buNone/>
            </a:pPr>
            <a:r>
              <a:rPr lang="en-US" sz="2400" i="1"/>
              <a:t>*Makes Ticket*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67A9FE24-0FF5-FDFB-EEC2-50BEC3A0604E}"/>
              </a:ext>
            </a:extLst>
          </p:cNvPr>
          <p:cNvSpPr txBox="1">
            <a:spLocks/>
          </p:cNvSpPr>
          <p:nvPr/>
        </p:nvSpPr>
        <p:spPr>
          <a:xfrm>
            <a:off x="8248545" y="2922242"/>
            <a:ext cx="2590747" cy="38701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+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+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/>
              <a:t>Support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i="1"/>
              <a:t>*Handles Ticket*</a:t>
            </a:r>
          </a:p>
          <a:p>
            <a:pPr marL="0" indent="0" algn="ctr">
              <a:buNone/>
            </a:pPr>
            <a:r>
              <a:rPr lang="en-US" sz="2400" i="1"/>
              <a:t>*Accepts Ticket*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24017F67-9C5E-8E85-8D89-396F1721E9C9}"/>
              </a:ext>
            </a:extLst>
          </p:cNvPr>
          <p:cNvSpPr txBox="1">
            <a:spLocks/>
          </p:cNvSpPr>
          <p:nvPr/>
        </p:nvSpPr>
        <p:spPr>
          <a:xfrm>
            <a:off x="4155888" y="1437320"/>
            <a:ext cx="3877680" cy="38701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+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+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/>
              <a:t>Admin</a:t>
            </a:r>
          </a:p>
          <a:p>
            <a:pPr marL="0" indent="0" algn="ctr">
              <a:buNone/>
            </a:pPr>
            <a:r>
              <a:rPr lang="en-US" sz="2400" i="1"/>
              <a:t>*Manages Users*</a:t>
            </a:r>
          </a:p>
          <a:p>
            <a:pPr marL="0" indent="0" algn="ctr">
              <a:buNone/>
            </a:pPr>
            <a:r>
              <a:rPr lang="en-US" sz="2400" i="1"/>
              <a:t>*Manages Assignments*</a:t>
            </a:r>
          </a:p>
          <a:p>
            <a:pPr marL="0" indent="0" algn="ctr">
              <a:buNone/>
            </a:pPr>
            <a:endParaRPr lang="en-US" sz="2400" i="1"/>
          </a:p>
          <a:p>
            <a:pPr marL="0" indent="0" algn="ctr">
              <a:buNone/>
            </a:pPr>
            <a:endParaRPr lang="en-US" sz="2400" i="1"/>
          </a:p>
          <a:p>
            <a:pPr marL="0" indent="0" algn="ctr">
              <a:buNone/>
            </a:pPr>
            <a:endParaRPr lang="en-US" sz="2400" b="1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534BAAA-9D73-68E0-C9C1-5527873B7818}"/>
              </a:ext>
            </a:extLst>
          </p:cNvPr>
          <p:cNvGrpSpPr/>
          <p:nvPr/>
        </p:nvGrpSpPr>
        <p:grpSpPr>
          <a:xfrm>
            <a:off x="2073124" y="4106088"/>
            <a:ext cx="6242182" cy="749653"/>
            <a:chOff x="2218267" y="4106088"/>
            <a:chExt cx="7246086" cy="74965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7E99AA4-3BFF-A84B-3BF8-0D48E523E982}"/>
                    </a:ext>
                  </a:extLst>
                </p14:cNvPr>
                <p14:cNvContentPartPr/>
                <p14:nvPr/>
              </p14:nvContentPartPr>
              <p14:xfrm>
                <a:off x="2218267" y="4506166"/>
                <a:ext cx="7246086" cy="8466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7E99AA4-3BFF-A84B-3BF8-0D48E523E98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45138" y="3024616"/>
                  <a:ext cx="7391927" cy="29631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D49BA6C-9075-7523-024F-1EB0A259656B}"/>
                    </a:ext>
                  </a:extLst>
                </p14:cNvPr>
                <p14:cNvContentPartPr/>
                <p14:nvPr/>
              </p14:nvContentPartPr>
              <p14:xfrm>
                <a:off x="8665242" y="4494611"/>
                <a:ext cx="774447" cy="36113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D49BA6C-9075-7523-024F-1EB0A259656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592181" y="4431665"/>
                  <a:ext cx="920152" cy="4866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3C47684-94D5-F7F5-9FFF-DAE2147717C3}"/>
                    </a:ext>
                  </a:extLst>
                </p14:cNvPr>
                <p14:cNvContentPartPr/>
                <p14:nvPr/>
              </p14:nvContentPartPr>
              <p14:xfrm>
                <a:off x="8623675" y="4106088"/>
                <a:ext cx="827019" cy="385645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3C47684-94D5-F7F5-9FFF-DAE2147717C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50580" y="4043133"/>
                  <a:ext cx="972792" cy="51119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7BA4D63-5BDA-F18A-4689-134D289B07DA}"/>
              </a:ext>
            </a:extLst>
          </p:cNvPr>
          <p:cNvGrpSpPr/>
          <p:nvPr/>
        </p:nvGrpSpPr>
        <p:grpSpPr>
          <a:xfrm rot="10800000">
            <a:off x="2181982" y="5303515"/>
            <a:ext cx="6048657" cy="737558"/>
            <a:chOff x="2351314" y="5037421"/>
            <a:chExt cx="7246086" cy="74965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E90EFF6-88C4-D6DA-CF3E-887AD91D7999}"/>
                    </a:ext>
                  </a:extLst>
                </p14:cNvPr>
                <p14:cNvContentPartPr/>
                <p14:nvPr/>
              </p14:nvContentPartPr>
              <p14:xfrm>
                <a:off x="2351314" y="5437498"/>
                <a:ext cx="7246086" cy="8466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E90EFF6-88C4-D6DA-CF3E-887AD91D799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75847" y="3955948"/>
                  <a:ext cx="7396588" cy="29631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B52AB26-7092-FE33-EDEB-90B09498EB9E}"/>
                    </a:ext>
                  </a:extLst>
                </p14:cNvPr>
                <p14:cNvContentPartPr/>
                <p14:nvPr/>
              </p14:nvContentPartPr>
              <p14:xfrm>
                <a:off x="8798289" y="5425944"/>
                <a:ext cx="774447" cy="36113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B52AB26-7092-FE33-EDEB-90B09498EB9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722870" y="5361979"/>
                  <a:ext cx="924854" cy="4886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36FC50E-B2B7-3501-707E-84AD238902B9}"/>
                    </a:ext>
                  </a:extLst>
                </p14:cNvPr>
                <p14:cNvContentPartPr/>
                <p14:nvPr/>
              </p14:nvContentPartPr>
              <p14:xfrm>
                <a:off x="8756722" y="5037421"/>
                <a:ext cx="827019" cy="385645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36FC50E-B2B7-3501-707E-84AD238902B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81264" y="4973451"/>
                  <a:ext cx="977504" cy="513219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5784EDC7-FFE8-BA9A-3922-2E2585A06468}"/>
              </a:ext>
            </a:extLst>
          </p:cNvPr>
          <p:cNvSpPr txBox="1">
            <a:spLocks/>
          </p:cNvSpPr>
          <p:nvPr/>
        </p:nvSpPr>
        <p:spPr>
          <a:xfrm>
            <a:off x="7675602" y="4485319"/>
            <a:ext cx="3877680" cy="11124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+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+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2400" b="1"/>
          </a:p>
          <a:p>
            <a:pPr marL="0" indent="0" algn="ctr">
              <a:buNone/>
            </a:pPr>
            <a:r>
              <a:rPr lang="en-US" sz="2400" i="1"/>
              <a:t>*Solution via Comments*</a:t>
            </a:r>
          </a:p>
          <a:p>
            <a:pPr marL="0" indent="0" algn="ctr">
              <a:buNone/>
            </a:pPr>
            <a:endParaRPr lang="en-US" sz="2400" i="1"/>
          </a:p>
          <a:p>
            <a:pPr marL="0" indent="0" algn="ctr">
              <a:buNone/>
            </a:pPr>
            <a:endParaRPr lang="en-US" sz="2400" i="1"/>
          </a:p>
          <a:p>
            <a:pPr marL="0" indent="0" algn="ctr">
              <a:buNone/>
            </a:pP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157429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DD620-0C89-972E-CA5E-F4AE0F1C6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EE9DD-408E-4507-76F3-ADFBB565E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112202"/>
            <a:ext cx="9956747" cy="669725"/>
          </a:xfrm>
        </p:spPr>
        <p:txBody>
          <a:bodyPr>
            <a:normAutofit fontScale="90000"/>
          </a:bodyPr>
          <a:lstStyle/>
          <a:p>
            <a:r>
              <a:rPr lang="en-US"/>
              <a:t>Database </a:t>
            </a:r>
            <a:r>
              <a:rPr lang="en-US">
                <a:ea typeface="+mj-lt"/>
                <a:cs typeface="+mj-lt"/>
              </a:rPr>
              <a:t>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808B24-5538-F8A0-BCCC-AF57664D969D}"/>
              </a:ext>
            </a:extLst>
          </p:cNvPr>
          <p:cNvSpPr/>
          <p:nvPr/>
        </p:nvSpPr>
        <p:spPr>
          <a:xfrm>
            <a:off x="-3921859" y="-1282"/>
            <a:ext cx="3922888" cy="685799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A93426-4C28-C6F5-1B25-513FDB088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541" y="607822"/>
            <a:ext cx="6299722" cy="60290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CF3054-A2A6-3E2F-115D-E481DDA0C060}"/>
              </a:ext>
            </a:extLst>
          </p:cNvPr>
          <p:cNvSpPr/>
          <p:nvPr/>
        </p:nvSpPr>
        <p:spPr>
          <a:xfrm>
            <a:off x="12194713" y="-1"/>
            <a:ext cx="3922888" cy="6857999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48F644-4D64-B670-BC36-2AAABC2D5C5E}"/>
              </a:ext>
            </a:extLst>
          </p:cNvPr>
          <p:cNvSpPr txBox="1"/>
          <p:nvPr/>
        </p:nvSpPr>
        <p:spPr>
          <a:xfrm>
            <a:off x="-3770309" y="1951836"/>
            <a:ext cx="3396776" cy="8104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b="1" i="1">
                <a:latin typeface="Browallia New"/>
                <a:ea typeface="+mn-lt"/>
                <a:cs typeface="+mn-lt"/>
              </a:rPr>
              <a:t>users</a:t>
            </a:r>
            <a:endParaRPr lang="en-US" b="1" i="1">
              <a:latin typeface="Browallia New"/>
              <a:cs typeface="Browallia New"/>
            </a:endParaRPr>
          </a:p>
          <a:p>
            <a:r>
              <a:rPr lang="en-US">
                <a:ea typeface="+mn-lt"/>
                <a:cs typeface="+mn-lt"/>
              </a:rPr>
              <a:t>Authentication, Profile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672216-67DE-14CD-8331-40B25F58EFA9}"/>
              </a:ext>
            </a:extLst>
          </p:cNvPr>
          <p:cNvSpPr txBox="1"/>
          <p:nvPr/>
        </p:nvSpPr>
        <p:spPr>
          <a:xfrm>
            <a:off x="-3770309" y="4966909"/>
            <a:ext cx="3396776" cy="8104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b="1" i="1">
                <a:latin typeface="Browallia New"/>
                <a:ea typeface="+mn-lt"/>
                <a:cs typeface="+mn-lt"/>
              </a:rPr>
              <a:t>roles</a:t>
            </a:r>
            <a:endParaRPr lang="en-US" b="1" i="1">
              <a:latin typeface="Browallia New"/>
            </a:endParaRPr>
          </a:p>
          <a:p>
            <a:r>
              <a:rPr lang="en-US">
                <a:ea typeface="+mn-lt"/>
                <a:cs typeface="+mn-lt"/>
              </a:rPr>
              <a:t>Permissions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230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70DF762-9FE0-8CD0-08D4-159FD302F87E}"/>
              </a:ext>
            </a:extLst>
          </p:cNvPr>
          <p:cNvSpPr/>
          <p:nvPr/>
        </p:nvSpPr>
        <p:spPr>
          <a:xfrm>
            <a:off x="-3921859" y="-1282"/>
            <a:ext cx="3922888" cy="685799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ECAAAF-D51B-9BDD-D2C7-E95065C7753E}"/>
              </a:ext>
            </a:extLst>
          </p:cNvPr>
          <p:cNvSpPr txBox="1"/>
          <p:nvPr/>
        </p:nvSpPr>
        <p:spPr>
          <a:xfrm>
            <a:off x="445010" y="2032900"/>
            <a:ext cx="3396776" cy="8104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b="1" i="1">
                <a:latin typeface="Browallia New"/>
                <a:ea typeface="+mn-lt"/>
                <a:cs typeface="+mn-lt"/>
              </a:rPr>
              <a:t>users</a:t>
            </a:r>
            <a:endParaRPr lang="en-US" b="1" i="1">
              <a:latin typeface="Browallia New"/>
              <a:cs typeface="Browallia New"/>
            </a:endParaRPr>
          </a:p>
          <a:p>
            <a:r>
              <a:rPr lang="en-US">
                <a:ea typeface="+mn-lt"/>
                <a:cs typeface="+mn-lt"/>
              </a:rPr>
              <a:t>Authentication, Profile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88204B-A1C7-7B87-9435-5C7D1DB464ED}"/>
              </a:ext>
            </a:extLst>
          </p:cNvPr>
          <p:cNvSpPr txBox="1"/>
          <p:nvPr/>
        </p:nvSpPr>
        <p:spPr>
          <a:xfrm>
            <a:off x="445010" y="5047973"/>
            <a:ext cx="3396776" cy="8104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b="1" i="1">
                <a:latin typeface="Browallia New"/>
                <a:ea typeface="+mn-lt"/>
                <a:cs typeface="+mn-lt"/>
              </a:rPr>
              <a:t>roles</a:t>
            </a:r>
            <a:endParaRPr lang="en-US" b="1" i="1">
              <a:latin typeface="Browallia New"/>
            </a:endParaRPr>
          </a:p>
          <a:p>
            <a:r>
              <a:rPr lang="en-US">
                <a:ea typeface="+mn-lt"/>
                <a:cs typeface="+mn-lt"/>
              </a:rPr>
              <a:t>Permissions</a:t>
            </a: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B65437-10C4-16E5-C2FF-0E80F0AFE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765" y="-1837402"/>
            <a:ext cx="10223453" cy="979354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798F02D-1813-FF7E-C08A-375FB3B39FB7}"/>
              </a:ext>
            </a:extLst>
          </p:cNvPr>
          <p:cNvSpPr/>
          <p:nvPr/>
        </p:nvSpPr>
        <p:spPr>
          <a:xfrm>
            <a:off x="10070075" y="-1"/>
            <a:ext cx="3922888" cy="6857999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87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EAA88-A601-21B7-74A6-EC0B5AC45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261C7C-D35E-AF0C-76E4-8656E66FC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83" y="1633931"/>
            <a:ext cx="10223453" cy="979354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F5FFC42-C278-87EB-72E9-A997EAE05171}"/>
              </a:ext>
            </a:extLst>
          </p:cNvPr>
          <p:cNvSpPr/>
          <p:nvPr/>
        </p:nvSpPr>
        <p:spPr>
          <a:xfrm>
            <a:off x="12193254" y="-1"/>
            <a:ext cx="3922888" cy="6857999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964BE0-B636-1B41-4D29-60105CFBB00D}"/>
              </a:ext>
            </a:extLst>
          </p:cNvPr>
          <p:cNvSpPr txBox="1"/>
          <p:nvPr/>
        </p:nvSpPr>
        <p:spPr>
          <a:xfrm>
            <a:off x="-3770309" y="1951836"/>
            <a:ext cx="3396776" cy="8104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b="1" i="1">
                <a:latin typeface="Browallia New"/>
                <a:ea typeface="+mn-lt"/>
                <a:cs typeface="+mn-lt"/>
              </a:rPr>
              <a:t>users</a:t>
            </a:r>
            <a:endParaRPr lang="en-US" b="1" i="1">
              <a:latin typeface="Browallia New"/>
              <a:cs typeface="Browallia New"/>
            </a:endParaRPr>
          </a:p>
          <a:p>
            <a:r>
              <a:rPr lang="en-US">
                <a:ea typeface="+mn-lt"/>
                <a:cs typeface="+mn-lt"/>
              </a:rPr>
              <a:t>Authentication, Profile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745F6F-EBB4-351A-0B3E-DD22D7C51402}"/>
              </a:ext>
            </a:extLst>
          </p:cNvPr>
          <p:cNvSpPr txBox="1"/>
          <p:nvPr/>
        </p:nvSpPr>
        <p:spPr>
          <a:xfrm>
            <a:off x="-3770309" y="4966909"/>
            <a:ext cx="3396776" cy="8104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b="1" i="1">
                <a:latin typeface="Browallia New"/>
                <a:ea typeface="+mn-lt"/>
                <a:cs typeface="+mn-lt"/>
              </a:rPr>
              <a:t>roles</a:t>
            </a:r>
            <a:endParaRPr lang="en-US" b="1" i="1">
              <a:latin typeface="Browallia New"/>
            </a:endParaRPr>
          </a:p>
          <a:p>
            <a:r>
              <a:rPr lang="en-US">
                <a:ea typeface="+mn-lt"/>
                <a:cs typeface="+mn-lt"/>
              </a:rPr>
              <a:t>Permissions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829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D988E-F5F5-4D70-3B87-9097D05AE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06700C9-356C-09D9-DC38-2C612CE011B5}"/>
              </a:ext>
            </a:extLst>
          </p:cNvPr>
          <p:cNvSpPr txBox="1"/>
          <p:nvPr/>
        </p:nvSpPr>
        <p:spPr>
          <a:xfrm>
            <a:off x="-5245671" y="1481666"/>
            <a:ext cx="3396776" cy="8104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b="1" i="1">
                <a:latin typeface="Browallia New"/>
                <a:ea typeface="+mn-lt"/>
                <a:cs typeface="+mn-lt"/>
              </a:rPr>
              <a:t>users</a:t>
            </a:r>
            <a:endParaRPr lang="en-US" b="1" i="1">
              <a:latin typeface="Browallia New"/>
            </a:endParaRPr>
          </a:p>
          <a:p>
            <a:r>
              <a:rPr lang="en-US">
                <a:ea typeface="+mn-lt"/>
                <a:cs typeface="+mn-lt"/>
              </a:rPr>
              <a:t>Authentication &amp; Permissions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ADA122-8A79-6074-FFC7-297A8BA2E638}"/>
              </a:ext>
            </a:extLst>
          </p:cNvPr>
          <p:cNvSpPr txBox="1"/>
          <p:nvPr/>
        </p:nvSpPr>
        <p:spPr>
          <a:xfrm>
            <a:off x="-5245671" y="3783377"/>
            <a:ext cx="3396776" cy="8104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b="1" i="1">
                <a:latin typeface="Browallia New"/>
                <a:ea typeface="+mn-lt"/>
                <a:cs typeface="+mn-lt"/>
              </a:rPr>
              <a:t>addresses</a:t>
            </a:r>
            <a:endParaRPr lang="en-US" b="1" i="1">
              <a:latin typeface="Browallia New"/>
            </a:endParaRPr>
          </a:p>
          <a:p>
            <a:r>
              <a:rPr lang="en-US">
                <a:ea typeface="+mn-lt"/>
                <a:cs typeface="+mn-lt"/>
              </a:rPr>
              <a:t>Multiple addresses per user</a:t>
            </a: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B24E87-07AB-0EB8-BF8B-A567E8898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57722" y="-4266685"/>
            <a:ext cx="11128735" cy="1065975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7DF765B-BDD3-3399-049F-CA3AED00DBED}"/>
              </a:ext>
            </a:extLst>
          </p:cNvPr>
          <p:cNvSpPr/>
          <p:nvPr/>
        </p:nvSpPr>
        <p:spPr>
          <a:xfrm>
            <a:off x="12193254" y="-1"/>
            <a:ext cx="3922888" cy="6857999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87A627-495B-5B73-D36B-7088DA3A3872}"/>
              </a:ext>
            </a:extLst>
          </p:cNvPr>
          <p:cNvSpPr/>
          <p:nvPr/>
        </p:nvSpPr>
        <p:spPr>
          <a:xfrm>
            <a:off x="-4344014" y="-318846"/>
            <a:ext cx="7462564" cy="7170352"/>
          </a:xfrm>
          <a:prstGeom prst="rect">
            <a:avLst/>
          </a:prstGeom>
          <a:solidFill>
            <a:srgbClr val="000000">
              <a:alpha val="65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540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138BD-90E3-8C9E-334D-4394D866D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AFB7D-6470-EF64-7E19-B828104FB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112202"/>
            <a:ext cx="9956747" cy="669725"/>
          </a:xfrm>
        </p:spPr>
        <p:txBody>
          <a:bodyPr>
            <a:normAutofit fontScale="90000"/>
          </a:bodyPr>
          <a:lstStyle/>
          <a:p>
            <a:r>
              <a:rPr lang="en-US"/>
              <a:t>Database </a:t>
            </a:r>
            <a:r>
              <a:rPr lang="en-US">
                <a:ea typeface="+mj-lt"/>
                <a:cs typeface="+mj-lt"/>
              </a:rPr>
              <a:t>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1F2019-9F47-51CA-9BA2-321A8D23F682}"/>
              </a:ext>
            </a:extLst>
          </p:cNvPr>
          <p:cNvSpPr/>
          <p:nvPr/>
        </p:nvSpPr>
        <p:spPr>
          <a:xfrm>
            <a:off x="-3921859" y="-1282"/>
            <a:ext cx="3922888" cy="685799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94EAA9-BDEE-4C6B-CEFC-B49193373EBF}"/>
              </a:ext>
            </a:extLst>
          </p:cNvPr>
          <p:cNvSpPr txBox="1"/>
          <p:nvPr/>
        </p:nvSpPr>
        <p:spPr>
          <a:xfrm>
            <a:off x="-5245671" y="1481666"/>
            <a:ext cx="3396776" cy="8104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b="1" i="1">
                <a:latin typeface="Browallia New"/>
                <a:ea typeface="+mn-lt"/>
                <a:cs typeface="+mn-lt"/>
              </a:rPr>
              <a:t>users</a:t>
            </a:r>
            <a:endParaRPr lang="en-US" b="1" i="1">
              <a:latin typeface="Browallia New"/>
            </a:endParaRPr>
          </a:p>
          <a:p>
            <a:r>
              <a:rPr lang="en-US">
                <a:ea typeface="+mn-lt"/>
                <a:cs typeface="+mn-lt"/>
              </a:rPr>
              <a:t>Authentication &amp; Permissions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EAD298-589B-4B69-3232-6C29C330E8E8}"/>
              </a:ext>
            </a:extLst>
          </p:cNvPr>
          <p:cNvSpPr txBox="1"/>
          <p:nvPr/>
        </p:nvSpPr>
        <p:spPr>
          <a:xfrm>
            <a:off x="-5245671" y="3783377"/>
            <a:ext cx="3396776" cy="8104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b="1" i="1">
                <a:latin typeface="Browallia New"/>
                <a:ea typeface="+mn-lt"/>
                <a:cs typeface="+mn-lt"/>
              </a:rPr>
              <a:t>addresses</a:t>
            </a:r>
            <a:endParaRPr lang="en-US" b="1" i="1">
              <a:latin typeface="Browallia New"/>
            </a:endParaRPr>
          </a:p>
          <a:p>
            <a:r>
              <a:rPr lang="en-US">
                <a:ea typeface="+mn-lt"/>
                <a:cs typeface="+mn-lt"/>
              </a:rPr>
              <a:t>Multiple addresses per user</a:t>
            </a: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45C33B-8B28-980D-BCEC-26D1A887D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541" y="607822"/>
            <a:ext cx="6299722" cy="60290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7C12E8D-5F99-A8E7-1212-644161AFE8D7}"/>
              </a:ext>
            </a:extLst>
          </p:cNvPr>
          <p:cNvSpPr/>
          <p:nvPr/>
        </p:nvSpPr>
        <p:spPr>
          <a:xfrm>
            <a:off x="12194713" y="-1"/>
            <a:ext cx="3922888" cy="6857999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124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B0157-F71D-1FF1-143F-D9FBC4579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E16CDD2-ACF9-C6CD-B608-E5E6DB44C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275023"/>
            <a:ext cx="11571926" cy="520780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Tech Stack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53846D-F2F7-840F-F78A-80D5A788A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545" y="1173550"/>
            <a:ext cx="5469413" cy="38701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spcBef>
                <a:spcPts val="200"/>
              </a:spcBef>
              <a:spcAft>
                <a:spcPts val="2000"/>
              </a:spcAft>
              <a:buNone/>
            </a:pPr>
            <a:r>
              <a:rPr lang="en-US" sz="3200" b="1">
                <a:solidFill>
                  <a:schemeClr val="bg1">
                    <a:lumMod val="49000"/>
                    <a:lumOff val="51000"/>
                  </a:schemeClr>
                </a:solidFill>
              </a:rPr>
              <a:t>Backend</a:t>
            </a:r>
            <a:endParaRPr lang="en-US" sz="3200">
              <a:solidFill>
                <a:schemeClr val="bg1">
                  <a:lumMod val="49000"/>
                  <a:lumOff val="51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2400" b="1"/>
              <a:t>Spring Boot</a:t>
            </a:r>
          </a:p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Neue Haas Grotesk Text Pro"/>
                <a:ea typeface="+mn-lt"/>
                <a:cs typeface="+mn-lt"/>
              </a:rPr>
              <a:t>PostgreSQL</a:t>
            </a:r>
          </a:p>
          <a:p>
            <a:pPr marL="0" indent="0" algn="ctr">
              <a:buNone/>
            </a:pPr>
            <a:endParaRPr lang="en-US" sz="2400" b="1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D6B7138A-7AAC-FED2-36E2-FDAAB6829A0E}"/>
              </a:ext>
            </a:extLst>
          </p:cNvPr>
          <p:cNvSpPr txBox="1">
            <a:spLocks/>
          </p:cNvSpPr>
          <p:nvPr/>
        </p:nvSpPr>
        <p:spPr>
          <a:xfrm>
            <a:off x="6095406" y="1176155"/>
            <a:ext cx="5469413" cy="50750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+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+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200"/>
              </a:spcBef>
              <a:spcAft>
                <a:spcPts val="1500"/>
              </a:spcAft>
              <a:buFont typeface="Arial" panose="020B0604020202020204" pitchFamily="34" charset="0"/>
              <a:buNone/>
            </a:pPr>
            <a:r>
              <a:rPr lang="en-US" sz="3200" b="1">
                <a:solidFill>
                  <a:schemeClr val="bg1">
                    <a:lumMod val="49000"/>
                    <a:lumOff val="51000"/>
                  </a:schemeClr>
                </a:solidFill>
              </a:rPr>
              <a:t>Frontend</a:t>
            </a:r>
            <a:endParaRPr lang="en-US" sz="3200">
              <a:solidFill>
                <a:schemeClr val="bg1">
                  <a:lumMod val="49000"/>
                  <a:lumOff val="51000"/>
                </a:schemeClr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>
                <a:solidFill>
                  <a:srgbClr val="FFFFFF"/>
                </a:solidFill>
                <a:latin typeface="Neue Haas Grotesk Text Pro"/>
                <a:ea typeface="+mn-lt"/>
                <a:cs typeface="+mn-lt"/>
              </a:rPr>
              <a:t>React</a:t>
            </a:r>
            <a:endParaRPr lang="en-US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b="1">
                <a:solidFill>
                  <a:srgbClr val="FFFFFF"/>
                </a:solidFill>
                <a:latin typeface="Neue Haas Grotesk Text Pro"/>
                <a:ea typeface="+mn-lt"/>
                <a:cs typeface="+mn-lt"/>
              </a:rPr>
              <a:t>React-Router-DOM</a:t>
            </a:r>
            <a:endParaRPr lang="en-US"/>
          </a:p>
          <a:p>
            <a:pPr marL="0" indent="0" algn="ctr">
              <a:buNone/>
            </a:pPr>
            <a:r>
              <a:rPr lang="en-US" sz="2400" b="1" err="1">
                <a:ea typeface="+mn-lt"/>
                <a:cs typeface="+mn-lt"/>
              </a:rPr>
              <a:t>Shadcn</a:t>
            </a:r>
            <a:r>
              <a:rPr lang="en-US" sz="2400" b="1">
                <a:ea typeface="+mn-lt"/>
                <a:cs typeface="+mn-lt"/>
              </a:rPr>
              <a:t>/</a:t>
            </a:r>
            <a:r>
              <a:rPr lang="en-US" sz="2400" b="1" err="1">
                <a:ea typeface="+mn-lt"/>
                <a:cs typeface="+mn-lt"/>
              </a:rPr>
              <a:t>ui</a:t>
            </a:r>
            <a:endParaRPr lang="en-US" sz="2400" b="1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2400" b="1" err="1">
                <a:solidFill>
                  <a:srgbClr val="FFFFFF"/>
                </a:solidFill>
                <a:latin typeface="Neue Haas Grotesk Text Pro"/>
                <a:ea typeface="+mn-lt"/>
                <a:cs typeface="+mn-lt"/>
              </a:rPr>
              <a:t>Lucide</a:t>
            </a:r>
            <a:r>
              <a:rPr lang="en-US" sz="2400" b="1">
                <a:solidFill>
                  <a:srgbClr val="FFFFFF"/>
                </a:solidFill>
                <a:latin typeface="Neue Haas Grotesk Text Pro"/>
                <a:ea typeface="+mn-lt"/>
                <a:cs typeface="+mn-lt"/>
              </a:rPr>
              <a:t> Icons</a:t>
            </a:r>
            <a:endParaRPr lang="en-US"/>
          </a:p>
          <a:p>
            <a:pPr marL="0" indent="0" algn="ctr">
              <a:buNone/>
            </a:pPr>
            <a:r>
              <a:rPr lang="en-US" sz="2400" b="1" err="1">
                <a:ea typeface="+mn-lt"/>
                <a:cs typeface="+mn-lt"/>
              </a:rPr>
              <a:t>RadixUI</a:t>
            </a:r>
            <a:endParaRPr lang="en-US" sz="2400" b="1">
              <a:ea typeface="+mn-lt"/>
              <a:cs typeface="+mn-lt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err="1">
                <a:ea typeface="+mn-lt"/>
                <a:cs typeface="+mn-lt"/>
              </a:rPr>
              <a:t>TailwindCSS</a:t>
            </a:r>
            <a:endParaRPr lang="en-US" sz="2400" b="1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2400" b="1">
                <a:ea typeface="+mn-lt"/>
                <a:cs typeface="+mn-lt"/>
              </a:rPr>
              <a:t>TypeScript</a:t>
            </a:r>
          </a:p>
          <a:p>
            <a:pPr marL="0" indent="0" algn="ctr">
              <a:buNone/>
            </a:pPr>
            <a:endParaRPr lang="en-US" sz="2400" b="1">
              <a:ea typeface="+mn-lt"/>
              <a:cs typeface="+mn-lt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85044253-BACC-D0DF-1709-7E8841DAD229}"/>
              </a:ext>
            </a:extLst>
          </p:cNvPr>
          <p:cNvSpPr txBox="1">
            <a:spLocks/>
          </p:cNvSpPr>
          <p:nvPr/>
        </p:nvSpPr>
        <p:spPr>
          <a:xfrm>
            <a:off x="629918" y="1490707"/>
            <a:ext cx="5462901" cy="48666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+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+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200"/>
              </a:spcBef>
              <a:spcAft>
                <a:spcPts val="2000"/>
              </a:spcAft>
              <a:buFont typeface="Arial" panose="020B0604020202020204" pitchFamily="34" charset="0"/>
              <a:buNone/>
            </a:pPr>
            <a:endParaRPr lang="en-US" sz="2800" b="1">
              <a:solidFill>
                <a:srgbClr val="FFFFFF"/>
              </a:solidFill>
              <a:latin typeface="Neue Haas Grotesk Text Pro"/>
              <a:ea typeface="+mn-lt"/>
              <a:cs typeface="+mn-lt"/>
            </a:endParaRPr>
          </a:p>
          <a:p>
            <a:pPr marL="0" indent="0" algn="ctr">
              <a:buNone/>
            </a:pPr>
            <a:br>
              <a:rPr lang="en-US" sz="2400" b="1">
                <a:solidFill>
                  <a:srgbClr val="FFFFFF"/>
                </a:solidFill>
                <a:latin typeface="Neue Haas Grotesk Text Pro"/>
                <a:ea typeface="+mn-lt"/>
                <a:cs typeface="+mn-lt"/>
              </a:rPr>
            </a:br>
            <a:br>
              <a:rPr lang="en-US" sz="2400" b="1">
                <a:latin typeface="Neue Haas Grotesk Text Pro"/>
                <a:ea typeface="+mn-lt"/>
                <a:cs typeface="+mn-lt"/>
              </a:rPr>
            </a:br>
            <a:r>
              <a:rPr lang="en-US" sz="2400" b="1" err="1">
                <a:solidFill>
                  <a:srgbClr val="FFFFFF"/>
                </a:solidFill>
                <a:latin typeface="Neue Haas Grotesk Text Pro"/>
                <a:ea typeface="+mn-lt"/>
                <a:cs typeface="+mn-lt"/>
              </a:rPr>
              <a:t>com.google.genai</a:t>
            </a:r>
            <a:endParaRPr lang="en-US" err="1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err="1">
                <a:solidFill>
                  <a:srgbClr val="FFFFFF"/>
                </a:solidFill>
                <a:latin typeface="Neue Haas Grotesk Text Pro"/>
                <a:ea typeface="+mn-lt"/>
                <a:cs typeface="+mn-lt"/>
              </a:rPr>
              <a:t>habarta.typescript</a:t>
            </a:r>
            <a:r>
              <a:rPr lang="en-US" sz="2400" b="1">
                <a:solidFill>
                  <a:srgbClr val="FFFFFF"/>
                </a:solidFill>
                <a:latin typeface="Neue Haas Grotesk Text Pro"/>
                <a:ea typeface="+mn-lt"/>
                <a:cs typeface="+mn-lt"/>
              </a:rPr>
              <a:t>-generator</a:t>
            </a:r>
            <a:endParaRPr lang="en-US"/>
          </a:p>
          <a:p>
            <a:pPr marL="0" indent="0" algn="ctr">
              <a:buFont typeface="Arial" panose="020B0604020202020204" pitchFamily="34" charset="0"/>
              <a:buNone/>
            </a:pPr>
            <a:endParaRPr lang="en-US" sz="2400" b="1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58146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4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18AD0-31B1-6201-EDB2-BBE66A59C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619A7B-15A6-2668-3C50-8DC8D1516371}"/>
              </a:ext>
            </a:extLst>
          </p:cNvPr>
          <p:cNvSpPr txBox="1"/>
          <p:nvPr/>
        </p:nvSpPr>
        <p:spPr>
          <a:xfrm>
            <a:off x="175553" y="879175"/>
            <a:ext cx="631539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3200" b="1">
                <a:latin typeface="Consolas"/>
                <a:ea typeface="+mn-lt"/>
                <a:cs typeface="+mn-lt"/>
              </a:rPr>
              <a:t>cnfpc2.fakedevs.com</a:t>
            </a:r>
            <a:endParaRPr lang="en-US" sz="3200" b="1">
              <a:latin typeface="Consolas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169FA8D-B054-E5E5-878D-C5208366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685" y="112202"/>
            <a:ext cx="9956747" cy="669725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chemeClr val="tx1">
                    <a:lumMod val="65000"/>
                  </a:schemeClr>
                </a:solidFill>
              </a:rPr>
              <a:t>Live Demo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97E5D5-85CD-D5A7-AD31-42E3967C1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435" y="505887"/>
            <a:ext cx="5354489" cy="3354102"/>
          </a:xfrm>
          <a:prstGeom prst="rect">
            <a:avLst/>
          </a:prstGeom>
        </p:spPr>
      </p:pic>
      <p:pic>
        <p:nvPicPr>
          <p:cNvPr id="10" name="Picture 9" descr="A screenshot of a ticket form&#10;&#10;AI-generated content may be incorrect.">
            <a:extLst>
              <a:ext uri="{FF2B5EF4-FFF2-40B4-BE49-F238E27FC236}">
                <a16:creationId xmlns:a16="http://schemas.microsoft.com/office/drawing/2014/main" id="{34F367EF-3CD3-D37D-E678-7A95A91A9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878" y="5410042"/>
            <a:ext cx="3849014" cy="4904155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DEA5F2-8282-F95A-78F0-47C411DF64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7967" y="4037949"/>
            <a:ext cx="7807504" cy="5171181"/>
          </a:xfrm>
          <a:prstGeom prst="rect">
            <a:avLst/>
          </a:prstGeom>
        </p:spPr>
      </p:pic>
      <p:pic>
        <p:nvPicPr>
          <p:cNvPr id="16" name="Picture 15" descr="A qr code with a dinosaur&#10;&#10;AI-generated content may be incorrect.">
            <a:extLst>
              <a:ext uri="{FF2B5EF4-FFF2-40B4-BE49-F238E27FC236}">
                <a16:creationId xmlns:a16="http://schemas.microsoft.com/office/drawing/2014/main" id="{C869D625-FB7F-0711-353B-9B519598B9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876" y="1602888"/>
            <a:ext cx="2286815" cy="2247739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0185DC-5448-94D6-AAAD-00C8B910FD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717" y="1613243"/>
            <a:ext cx="3845864" cy="363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364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F6C67-2884-9CB9-A359-1E5573F1D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1C730-005E-6102-8365-0C85E4BE2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" y="1653312"/>
            <a:ext cx="12189365" cy="3547534"/>
          </a:xfrm>
        </p:spPr>
        <p:txBody>
          <a:bodyPr>
            <a:normAutofit/>
          </a:bodyPr>
          <a:lstStyle/>
          <a:p>
            <a:pPr algn="ctr"/>
            <a:r>
              <a:rPr lang="en-US" sz="6000"/>
              <a:t>Questions</a:t>
            </a:r>
            <a:r>
              <a:rPr lang="en-US" sz="6000">
                <a:solidFill>
                  <a:schemeClr val="bg1">
                    <a:lumMod val="85000"/>
                    <a:lumOff val="15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31318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410B0-7AE5-46E9-FCAA-6106DA623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FA648-CF7D-6856-B6B6-3422F5355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" y="1653312"/>
            <a:ext cx="12189365" cy="3547534"/>
          </a:xfrm>
        </p:spPr>
        <p:txBody>
          <a:bodyPr>
            <a:normAutofit/>
          </a:bodyPr>
          <a:lstStyle/>
          <a:p>
            <a:pPr algn="ctr"/>
            <a:r>
              <a:rPr lang="en-US" sz="6000">
                <a:solidFill>
                  <a:schemeClr val="tx1">
                    <a:lumMod val="76000"/>
                  </a:schemeClr>
                </a:solidFill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747295779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CD0E21EA-FD0B-4FCD-9D95-B274E3CB7535}" vid="{F2F2D961-94DA-46D9-ABD7-77D6D5FB2C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18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DylanVTI</vt:lpstr>
      <vt:lpstr>Full Stack Project IT Service Desk</vt:lpstr>
      <vt:lpstr>Full Stack Project IT Service Desk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Solution</vt:lpstr>
      <vt:lpstr>Solution</vt:lpstr>
      <vt:lpstr>Database architecture</vt:lpstr>
      <vt:lpstr>PowerPoint Presentation</vt:lpstr>
      <vt:lpstr>PowerPoint Presentation</vt:lpstr>
      <vt:lpstr>PowerPoint Presentation</vt:lpstr>
      <vt:lpstr>Database architecture</vt:lpstr>
      <vt:lpstr>Tech Stack</vt:lpstr>
      <vt:lpstr>Live Demo</vt:lpstr>
      <vt:lpstr>Questions?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104</cp:revision>
  <dcterms:created xsi:type="dcterms:W3CDTF">2025-12-17T09:41:28Z</dcterms:created>
  <dcterms:modified xsi:type="dcterms:W3CDTF">2026-01-23T14:02:43Z</dcterms:modified>
</cp:coreProperties>
</file>